
<file path=[Content_Types].xml><?xml version="1.0" encoding="utf-8"?>
<Types xmlns="http://schemas.openxmlformats.org/package/2006/content-types">
  <Default ContentType="application/vnd.openxmlformats-officedocument.oleObject" Extension="bin"/>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x="18288000" cy="10287000"/>
  <p:notesSz cx="6858000" cy="9144000"/>
  <p:embeddedFontLst>
    <p:embeddedFont>
      <p:font typeface="Poppins Bold" charset="1" panose="00000800000000000000"/>
      <p:regular r:id="rId18"/>
    </p:embeddedFont>
    <p:embeddedFont>
      <p:font typeface="Poppins" charset="1" panose="00000500000000000000"/>
      <p:regular r:id="rId19"/>
    </p:embeddedFont>
    <p:embeddedFont>
      <p:font typeface="Canva Sans Bold" charset="1" panose="020B0803030501040103"/>
      <p:regular r:id="rId20"/>
    </p:embeddedFont>
    <p:embeddedFont>
      <p:font typeface="Canva Sans" charset="1" panose="020B0503030501040103"/>
      <p:regular r:id="rId21"/>
    </p:embeddedFont>
    <p:embeddedFont>
      <p:font typeface="Anton" charset="1" panose="00000500000000000000"/>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png" Type="http://schemas.openxmlformats.org/officeDocument/2006/relationships/image"/><Relationship Id="rId5" Target="../media/image5.png" Type="http://schemas.openxmlformats.org/officeDocument/2006/relationships/image"/><Relationship Id="rId6" Target="../embeddings/oleObject1.bin" Type="http://schemas.openxmlformats.org/officeDocument/2006/relationships/oleObjec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png" Type="http://schemas.openxmlformats.org/officeDocument/2006/relationships/image"/><Relationship Id="rId5" Target="../media/image6.png" Type="http://schemas.openxmlformats.org/officeDocument/2006/relationships/image"/><Relationship Id="rId6" Target="../media/image7.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png" Type="http://schemas.openxmlformats.org/officeDocument/2006/relationships/image"/><Relationship Id="rId5" Target="../media/image8.png" Type="http://schemas.openxmlformats.org/officeDocument/2006/relationships/image"/><Relationship Id="rId6" Target="../media/image9.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png" Type="http://schemas.openxmlformats.org/officeDocument/2006/relationships/image"/><Relationship Id="rId5" Target="../media/image10.png" Type="http://schemas.openxmlformats.org/officeDocument/2006/relationships/image"/><Relationship Id="rId6" Target="../media/image11.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png" Type="http://schemas.openxmlformats.org/officeDocument/2006/relationships/image"/><Relationship Id="rId5" Target="../media/image12.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FFFD">
                <a:alpha val="100000"/>
              </a:srgbClr>
            </a:gs>
            <a:gs pos="100000">
              <a:srgbClr val="FCFFDA">
                <a:alpha val="100000"/>
              </a:srgbClr>
            </a:gs>
          </a:gsLst>
          <a:lin ang="5400000"/>
        </a:gradFill>
      </p:bgPr>
    </p:bg>
    <p:spTree>
      <p:nvGrpSpPr>
        <p:cNvPr id="1" name=""/>
        <p:cNvGrpSpPr/>
        <p:nvPr/>
      </p:nvGrpSpPr>
      <p:grpSpPr>
        <a:xfrm>
          <a:off x="0" y="0"/>
          <a:ext cx="0" cy="0"/>
          <a:chOff x="0" y="0"/>
          <a:chExt cx="0" cy="0"/>
        </a:xfrm>
      </p:grpSpPr>
      <p:sp>
        <p:nvSpPr>
          <p:cNvPr name="Freeform 2" id="2"/>
          <p:cNvSpPr/>
          <p:nvPr/>
        </p:nvSpPr>
        <p:spPr>
          <a:xfrm flipH="false" flipV="false" rot="0">
            <a:off x="0" y="6323499"/>
            <a:ext cx="3427572" cy="4994641"/>
          </a:xfrm>
          <a:custGeom>
            <a:avLst/>
            <a:gdLst/>
            <a:ahLst/>
            <a:cxnLst/>
            <a:rect r="r" b="b" t="t" l="l"/>
            <a:pathLst>
              <a:path h="4994641" w="3427572">
                <a:moveTo>
                  <a:pt x="0" y="0"/>
                </a:moveTo>
                <a:lnTo>
                  <a:pt x="3427572" y="0"/>
                </a:lnTo>
                <a:lnTo>
                  <a:pt x="3427572" y="4994641"/>
                </a:lnTo>
                <a:lnTo>
                  <a:pt x="0" y="4994641"/>
                </a:lnTo>
                <a:lnTo>
                  <a:pt x="0" y="0"/>
                </a:lnTo>
                <a:close/>
              </a:path>
            </a:pathLst>
          </a:custGeom>
          <a:blipFill>
            <a:blip r:embed="rId2"/>
            <a:stretch>
              <a:fillRect l="0" t="0" r="0" b="0"/>
            </a:stretch>
          </a:blipFill>
        </p:spPr>
      </p:sp>
      <p:sp>
        <p:nvSpPr>
          <p:cNvPr name="Freeform 3" id="3"/>
          <p:cNvSpPr/>
          <p:nvPr/>
        </p:nvSpPr>
        <p:spPr>
          <a:xfrm flipH="false" flipV="false" rot="0">
            <a:off x="2385921" y="6485424"/>
            <a:ext cx="3427572" cy="4994641"/>
          </a:xfrm>
          <a:custGeom>
            <a:avLst/>
            <a:gdLst/>
            <a:ahLst/>
            <a:cxnLst/>
            <a:rect r="r" b="b" t="t" l="l"/>
            <a:pathLst>
              <a:path h="4994641" w="3427572">
                <a:moveTo>
                  <a:pt x="0" y="0"/>
                </a:moveTo>
                <a:lnTo>
                  <a:pt x="3427572" y="0"/>
                </a:lnTo>
                <a:lnTo>
                  <a:pt x="3427572" y="4994641"/>
                </a:lnTo>
                <a:lnTo>
                  <a:pt x="0" y="4994641"/>
                </a:lnTo>
                <a:lnTo>
                  <a:pt x="0" y="0"/>
                </a:lnTo>
                <a:close/>
              </a:path>
            </a:pathLst>
          </a:custGeom>
          <a:blipFill>
            <a:blip r:embed="rId2"/>
            <a:stretch>
              <a:fillRect l="0" t="0" r="0" b="0"/>
            </a:stretch>
          </a:blipFill>
        </p:spPr>
      </p:sp>
      <p:sp>
        <p:nvSpPr>
          <p:cNvPr name="Freeform 4" id="4"/>
          <p:cNvSpPr/>
          <p:nvPr/>
        </p:nvSpPr>
        <p:spPr>
          <a:xfrm flipH="false" flipV="false" rot="0">
            <a:off x="5408101" y="6323499"/>
            <a:ext cx="3427572" cy="4994641"/>
          </a:xfrm>
          <a:custGeom>
            <a:avLst/>
            <a:gdLst/>
            <a:ahLst/>
            <a:cxnLst/>
            <a:rect r="r" b="b" t="t" l="l"/>
            <a:pathLst>
              <a:path h="4994641" w="3427572">
                <a:moveTo>
                  <a:pt x="0" y="0"/>
                </a:moveTo>
                <a:lnTo>
                  <a:pt x="3427572" y="0"/>
                </a:lnTo>
                <a:lnTo>
                  <a:pt x="3427572" y="4994641"/>
                </a:lnTo>
                <a:lnTo>
                  <a:pt x="0" y="4994641"/>
                </a:lnTo>
                <a:lnTo>
                  <a:pt x="0" y="0"/>
                </a:lnTo>
                <a:close/>
              </a:path>
            </a:pathLst>
          </a:custGeom>
          <a:blipFill>
            <a:blip r:embed="rId2"/>
            <a:stretch>
              <a:fillRect l="0" t="0" r="0" b="0"/>
            </a:stretch>
          </a:blipFill>
        </p:spPr>
      </p:sp>
      <p:sp>
        <p:nvSpPr>
          <p:cNvPr name="Freeform 5" id="5"/>
          <p:cNvSpPr/>
          <p:nvPr/>
        </p:nvSpPr>
        <p:spPr>
          <a:xfrm flipH="false" flipV="false" rot="0">
            <a:off x="7989232" y="6323499"/>
            <a:ext cx="3427572" cy="4994641"/>
          </a:xfrm>
          <a:custGeom>
            <a:avLst/>
            <a:gdLst/>
            <a:ahLst/>
            <a:cxnLst/>
            <a:rect r="r" b="b" t="t" l="l"/>
            <a:pathLst>
              <a:path h="4994641" w="3427572">
                <a:moveTo>
                  <a:pt x="0" y="0"/>
                </a:moveTo>
                <a:lnTo>
                  <a:pt x="3427572" y="0"/>
                </a:lnTo>
                <a:lnTo>
                  <a:pt x="3427572" y="4994641"/>
                </a:lnTo>
                <a:lnTo>
                  <a:pt x="0" y="4994641"/>
                </a:lnTo>
                <a:lnTo>
                  <a:pt x="0" y="0"/>
                </a:lnTo>
                <a:close/>
              </a:path>
            </a:pathLst>
          </a:custGeom>
          <a:blipFill>
            <a:blip r:embed="rId2"/>
            <a:stretch>
              <a:fillRect l="0" t="0" r="0" b="0"/>
            </a:stretch>
          </a:blipFill>
        </p:spPr>
      </p:sp>
      <p:sp>
        <p:nvSpPr>
          <p:cNvPr name="Freeform 6" id="6"/>
          <p:cNvSpPr/>
          <p:nvPr/>
        </p:nvSpPr>
        <p:spPr>
          <a:xfrm flipH="false" flipV="false" rot="0">
            <a:off x="10816873" y="6485424"/>
            <a:ext cx="3427572" cy="4994641"/>
          </a:xfrm>
          <a:custGeom>
            <a:avLst/>
            <a:gdLst/>
            <a:ahLst/>
            <a:cxnLst/>
            <a:rect r="r" b="b" t="t" l="l"/>
            <a:pathLst>
              <a:path h="4994641" w="3427572">
                <a:moveTo>
                  <a:pt x="0" y="0"/>
                </a:moveTo>
                <a:lnTo>
                  <a:pt x="3427573" y="0"/>
                </a:lnTo>
                <a:lnTo>
                  <a:pt x="3427573" y="4994641"/>
                </a:lnTo>
                <a:lnTo>
                  <a:pt x="0" y="4994641"/>
                </a:lnTo>
                <a:lnTo>
                  <a:pt x="0" y="0"/>
                </a:lnTo>
                <a:close/>
              </a:path>
            </a:pathLst>
          </a:custGeom>
          <a:blipFill>
            <a:blip r:embed="rId2"/>
            <a:stretch>
              <a:fillRect l="0" t="0" r="0" b="0"/>
            </a:stretch>
          </a:blipFill>
        </p:spPr>
      </p:sp>
      <p:sp>
        <p:nvSpPr>
          <p:cNvPr name="Freeform 7" id="7"/>
          <p:cNvSpPr/>
          <p:nvPr/>
        </p:nvSpPr>
        <p:spPr>
          <a:xfrm flipH="false" flipV="false" rot="0">
            <a:off x="13398004" y="6485424"/>
            <a:ext cx="3427572" cy="4994641"/>
          </a:xfrm>
          <a:custGeom>
            <a:avLst/>
            <a:gdLst/>
            <a:ahLst/>
            <a:cxnLst/>
            <a:rect r="r" b="b" t="t" l="l"/>
            <a:pathLst>
              <a:path h="4994641" w="3427572">
                <a:moveTo>
                  <a:pt x="0" y="0"/>
                </a:moveTo>
                <a:lnTo>
                  <a:pt x="3427572" y="0"/>
                </a:lnTo>
                <a:lnTo>
                  <a:pt x="3427572" y="4994641"/>
                </a:lnTo>
                <a:lnTo>
                  <a:pt x="0" y="4994641"/>
                </a:lnTo>
                <a:lnTo>
                  <a:pt x="0" y="0"/>
                </a:lnTo>
                <a:close/>
              </a:path>
            </a:pathLst>
          </a:custGeom>
          <a:blipFill>
            <a:blip r:embed="rId2"/>
            <a:stretch>
              <a:fillRect l="0" t="0" r="0" b="0"/>
            </a:stretch>
          </a:blipFill>
        </p:spPr>
      </p:sp>
      <p:sp>
        <p:nvSpPr>
          <p:cNvPr name="Freeform 8" id="8"/>
          <p:cNvSpPr/>
          <p:nvPr/>
        </p:nvSpPr>
        <p:spPr>
          <a:xfrm flipH="false" flipV="false" rot="0">
            <a:off x="16416146" y="6323499"/>
            <a:ext cx="3427572" cy="4994641"/>
          </a:xfrm>
          <a:custGeom>
            <a:avLst/>
            <a:gdLst/>
            <a:ahLst/>
            <a:cxnLst/>
            <a:rect r="r" b="b" t="t" l="l"/>
            <a:pathLst>
              <a:path h="4994641" w="3427572">
                <a:moveTo>
                  <a:pt x="0" y="0"/>
                </a:moveTo>
                <a:lnTo>
                  <a:pt x="3427572" y="0"/>
                </a:lnTo>
                <a:lnTo>
                  <a:pt x="3427572" y="4994641"/>
                </a:lnTo>
                <a:lnTo>
                  <a:pt x="0" y="4994641"/>
                </a:lnTo>
                <a:lnTo>
                  <a:pt x="0" y="0"/>
                </a:lnTo>
                <a:close/>
              </a:path>
            </a:pathLst>
          </a:custGeom>
          <a:blipFill>
            <a:blip r:embed="rId2"/>
            <a:stretch>
              <a:fillRect l="0" t="0" r="0" b="0"/>
            </a:stretch>
          </a:blipFill>
        </p:spPr>
      </p:sp>
      <p:sp>
        <p:nvSpPr>
          <p:cNvPr name="Freeform 9" id="9"/>
          <p:cNvSpPr/>
          <p:nvPr/>
        </p:nvSpPr>
        <p:spPr>
          <a:xfrm flipH="false" flipV="false" rot="0">
            <a:off x="-788790" y="7848443"/>
            <a:ext cx="2651878" cy="3273923"/>
          </a:xfrm>
          <a:custGeom>
            <a:avLst/>
            <a:gdLst/>
            <a:ahLst/>
            <a:cxnLst/>
            <a:rect r="r" b="b" t="t" l="l"/>
            <a:pathLst>
              <a:path h="3273923" w="2651878">
                <a:moveTo>
                  <a:pt x="0" y="0"/>
                </a:moveTo>
                <a:lnTo>
                  <a:pt x="2651878" y="0"/>
                </a:lnTo>
                <a:lnTo>
                  <a:pt x="2651878" y="3273923"/>
                </a:lnTo>
                <a:lnTo>
                  <a:pt x="0" y="3273923"/>
                </a:lnTo>
                <a:lnTo>
                  <a:pt x="0" y="0"/>
                </a:lnTo>
                <a:close/>
              </a:path>
            </a:pathLst>
          </a:custGeom>
          <a:blipFill>
            <a:blip r:embed="rId3"/>
            <a:stretch>
              <a:fillRect l="0" t="0" r="0" b="0"/>
            </a:stretch>
          </a:blipFill>
        </p:spPr>
      </p:sp>
      <p:sp>
        <p:nvSpPr>
          <p:cNvPr name="Freeform 10" id="10"/>
          <p:cNvSpPr/>
          <p:nvPr/>
        </p:nvSpPr>
        <p:spPr>
          <a:xfrm flipH="true" flipV="false" rot="0">
            <a:off x="16310699" y="7848443"/>
            <a:ext cx="2651878" cy="3273923"/>
          </a:xfrm>
          <a:custGeom>
            <a:avLst/>
            <a:gdLst/>
            <a:ahLst/>
            <a:cxnLst/>
            <a:rect r="r" b="b" t="t" l="l"/>
            <a:pathLst>
              <a:path h="3273923" w="2651878">
                <a:moveTo>
                  <a:pt x="2651878" y="0"/>
                </a:moveTo>
                <a:lnTo>
                  <a:pt x="0" y="0"/>
                </a:lnTo>
                <a:lnTo>
                  <a:pt x="0" y="3273923"/>
                </a:lnTo>
                <a:lnTo>
                  <a:pt x="2651878" y="3273923"/>
                </a:lnTo>
                <a:lnTo>
                  <a:pt x="2651878" y="0"/>
                </a:lnTo>
                <a:close/>
              </a:path>
            </a:pathLst>
          </a:custGeom>
          <a:blipFill>
            <a:blip r:embed="rId3"/>
            <a:stretch>
              <a:fillRect l="0" t="0" r="0" b="0"/>
            </a:stretch>
          </a:blipFill>
        </p:spPr>
      </p:sp>
      <p:sp>
        <p:nvSpPr>
          <p:cNvPr name="Freeform 11" id="11"/>
          <p:cNvSpPr/>
          <p:nvPr/>
        </p:nvSpPr>
        <p:spPr>
          <a:xfrm flipH="false" flipV="false" rot="0">
            <a:off x="569366" y="-805890"/>
            <a:ext cx="3633110" cy="1611780"/>
          </a:xfrm>
          <a:custGeom>
            <a:avLst/>
            <a:gdLst/>
            <a:ahLst/>
            <a:cxnLst/>
            <a:rect r="r" b="b" t="t" l="l"/>
            <a:pathLst>
              <a:path h="1611780" w="3633110">
                <a:moveTo>
                  <a:pt x="0" y="0"/>
                </a:moveTo>
                <a:lnTo>
                  <a:pt x="3633110" y="0"/>
                </a:lnTo>
                <a:lnTo>
                  <a:pt x="3633110" y="1611780"/>
                </a:lnTo>
                <a:lnTo>
                  <a:pt x="0" y="161178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false" flipV="false" rot="0">
            <a:off x="-2648026" y="3526303"/>
            <a:ext cx="5296051" cy="2349521"/>
          </a:xfrm>
          <a:custGeom>
            <a:avLst/>
            <a:gdLst/>
            <a:ahLst/>
            <a:cxnLst/>
            <a:rect r="r" b="b" t="t" l="l"/>
            <a:pathLst>
              <a:path h="2349521" w="5296051">
                <a:moveTo>
                  <a:pt x="0" y="0"/>
                </a:moveTo>
                <a:lnTo>
                  <a:pt x="5296052" y="0"/>
                </a:lnTo>
                <a:lnTo>
                  <a:pt x="5296052" y="2349521"/>
                </a:lnTo>
                <a:lnTo>
                  <a:pt x="0" y="234952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3" id="13"/>
          <p:cNvSpPr/>
          <p:nvPr/>
        </p:nvSpPr>
        <p:spPr>
          <a:xfrm flipH="false" flipV="false" rot="0">
            <a:off x="15777901" y="-458084"/>
            <a:ext cx="5296051" cy="2349521"/>
          </a:xfrm>
          <a:custGeom>
            <a:avLst/>
            <a:gdLst/>
            <a:ahLst/>
            <a:cxnLst/>
            <a:rect r="r" b="b" t="t" l="l"/>
            <a:pathLst>
              <a:path h="2349521" w="5296051">
                <a:moveTo>
                  <a:pt x="0" y="0"/>
                </a:moveTo>
                <a:lnTo>
                  <a:pt x="5296052" y="0"/>
                </a:lnTo>
                <a:lnTo>
                  <a:pt x="5296052" y="2349521"/>
                </a:lnTo>
                <a:lnTo>
                  <a:pt x="0" y="234952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4" id="14"/>
          <p:cNvSpPr/>
          <p:nvPr/>
        </p:nvSpPr>
        <p:spPr>
          <a:xfrm flipH="false" flipV="false" rot="0">
            <a:off x="17492087" y="3240477"/>
            <a:ext cx="5296051" cy="2349521"/>
          </a:xfrm>
          <a:custGeom>
            <a:avLst/>
            <a:gdLst/>
            <a:ahLst/>
            <a:cxnLst/>
            <a:rect r="r" b="b" t="t" l="l"/>
            <a:pathLst>
              <a:path h="2349521" w="5296051">
                <a:moveTo>
                  <a:pt x="0" y="0"/>
                </a:moveTo>
                <a:lnTo>
                  <a:pt x="5296051" y="0"/>
                </a:lnTo>
                <a:lnTo>
                  <a:pt x="5296051" y="2349521"/>
                </a:lnTo>
                <a:lnTo>
                  <a:pt x="0" y="234952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5" id="15"/>
          <p:cNvSpPr/>
          <p:nvPr/>
        </p:nvSpPr>
        <p:spPr>
          <a:xfrm flipH="false" flipV="false" rot="0">
            <a:off x="-2900531" y="1412781"/>
            <a:ext cx="3760875" cy="1668461"/>
          </a:xfrm>
          <a:custGeom>
            <a:avLst/>
            <a:gdLst/>
            <a:ahLst/>
            <a:cxnLst/>
            <a:rect r="r" b="b" t="t" l="l"/>
            <a:pathLst>
              <a:path h="1668461" w="3760875">
                <a:moveTo>
                  <a:pt x="0" y="0"/>
                </a:moveTo>
                <a:lnTo>
                  <a:pt x="3760875" y="0"/>
                </a:lnTo>
                <a:lnTo>
                  <a:pt x="3760875" y="1668462"/>
                </a:lnTo>
                <a:lnTo>
                  <a:pt x="0" y="166846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6" id="16"/>
          <p:cNvSpPr txBox="true"/>
          <p:nvPr/>
        </p:nvSpPr>
        <p:spPr>
          <a:xfrm rot="0">
            <a:off x="-1577003" y="2254549"/>
            <a:ext cx="17397780" cy="4029986"/>
          </a:xfrm>
          <a:prstGeom prst="rect">
            <a:avLst/>
          </a:prstGeom>
        </p:spPr>
        <p:txBody>
          <a:bodyPr anchor="t" rtlCol="false" tIns="0" lIns="0" bIns="0" rIns="0">
            <a:spAutoFit/>
          </a:bodyPr>
          <a:lstStyle/>
          <a:p>
            <a:pPr algn="ctr">
              <a:lnSpc>
                <a:spcPts val="10513"/>
              </a:lnSpc>
            </a:pPr>
            <a:r>
              <a:rPr lang="en-US" sz="7509" b="true">
                <a:solidFill>
                  <a:srgbClr val="94B143"/>
                </a:solidFill>
                <a:latin typeface="Poppins Bold"/>
                <a:ea typeface="Poppins Bold"/>
                <a:cs typeface="Poppins Bold"/>
                <a:sym typeface="Poppins Bold"/>
              </a:rPr>
              <a:t>PREDICTIVE</a:t>
            </a:r>
          </a:p>
          <a:p>
            <a:pPr algn="ctr">
              <a:lnSpc>
                <a:spcPts val="10513"/>
              </a:lnSpc>
            </a:pPr>
            <a:r>
              <a:rPr lang="en-US" sz="7509" b="true">
                <a:solidFill>
                  <a:srgbClr val="94B143"/>
                </a:solidFill>
                <a:latin typeface="Poppins Bold"/>
                <a:ea typeface="Poppins Bold"/>
                <a:cs typeface="Poppins Bold"/>
                <a:sym typeface="Poppins Bold"/>
              </a:rPr>
              <a:t> FARMING</a:t>
            </a:r>
          </a:p>
          <a:p>
            <a:pPr algn="ctr">
              <a:lnSpc>
                <a:spcPts val="10513"/>
              </a:lnSpc>
              <a:spcBef>
                <a:spcPct val="0"/>
              </a:spcBef>
            </a:pPr>
            <a:r>
              <a:rPr lang="en-US" b="true" sz="7509">
                <a:solidFill>
                  <a:srgbClr val="94B143"/>
                </a:solidFill>
                <a:latin typeface="Poppins Bold"/>
                <a:ea typeface="Poppins Bold"/>
                <a:cs typeface="Poppins Bold"/>
                <a:sym typeface="Poppins Bold"/>
              </a:rPr>
              <a:t> FOR BETTER YIELDS</a:t>
            </a:r>
          </a:p>
        </p:txBody>
      </p:sp>
      <p:sp>
        <p:nvSpPr>
          <p:cNvPr name="TextBox 17" id="17"/>
          <p:cNvSpPr txBox="true"/>
          <p:nvPr/>
        </p:nvSpPr>
        <p:spPr>
          <a:xfrm rot="0">
            <a:off x="2385921" y="-19100"/>
            <a:ext cx="13391981" cy="1933675"/>
          </a:xfrm>
          <a:prstGeom prst="rect">
            <a:avLst/>
          </a:prstGeom>
        </p:spPr>
        <p:txBody>
          <a:bodyPr anchor="t" rtlCol="false" tIns="0" lIns="0" bIns="0" rIns="0">
            <a:spAutoFit/>
          </a:bodyPr>
          <a:lstStyle/>
          <a:p>
            <a:pPr algn="ctr">
              <a:lnSpc>
                <a:spcPts val="7555"/>
              </a:lnSpc>
            </a:pPr>
            <a:r>
              <a:rPr lang="en-US" sz="5396" b="true">
                <a:solidFill>
                  <a:srgbClr val="000000"/>
                </a:solidFill>
                <a:latin typeface="Poppins Bold"/>
                <a:ea typeface="Poppins Bold"/>
                <a:cs typeface="Poppins Bold"/>
                <a:sym typeface="Poppins Bold"/>
              </a:rPr>
              <a:t>PROJECT BASED ON </a:t>
            </a:r>
          </a:p>
          <a:p>
            <a:pPr algn="ctr">
              <a:lnSpc>
                <a:spcPts val="7555"/>
              </a:lnSpc>
              <a:spcBef>
                <a:spcPct val="0"/>
              </a:spcBef>
            </a:pPr>
            <a:r>
              <a:rPr lang="en-US" b="true" sz="5396">
                <a:solidFill>
                  <a:srgbClr val="000000"/>
                </a:solidFill>
                <a:latin typeface="Poppins Bold"/>
                <a:ea typeface="Poppins Bold"/>
                <a:cs typeface="Poppins Bold"/>
                <a:sym typeface="Poppins Bold"/>
              </a:rPr>
              <a:t>DATA STRUCTURES AND ALGORITHM</a:t>
            </a:r>
          </a:p>
        </p:txBody>
      </p:sp>
      <p:sp>
        <p:nvSpPr>
          <p:cNvPr name="TextBox 18" id="18"/>
          <p:cNvSpPr txBox="true"/>
          <p:nvPr/>
        </p:nvSpPr>
        <p:spPr>
          <a:xfrm rot="0">
            <a:off x="13550197" y="3729350"/>
            <a:ext cx="3941890" cy="2555186"/>
          </a:xfrm>
          <a:prstGeom prst="rect">
            <a:avLst/>
          </a:prstGeom>
        </p:spPr>
        <p:txBody>
          <a:bodyPr anchor="t" rtlCol="false" tIns="0" lIns="0" bIns="0" rIns="0">
            <a:spAutoFit/>
          </a:bodyPr>
          <a:lstStyle/>
          <a:p>
            <a:pPr algn="ctr">
              <a:lnSpc>
                <a:spcPts val="6694"/>
              </a:lnSpc>
            </a:pPr>
            <a:r>
              <a:rPr lang="en-US" sz="4781">
                <a:solidFill>
                  <a:srgbClr val="000000"/>
                </a:solidFill>
                <a:latin typeface="Poppins"/>
                <a:ea typeface="Poppins"/>
                <a:cs typeface="Poppins"/>
                <a:sym typeface="Poppins"/>
              </a:rPr>
              <a:t>M.KEERTHI SRI</a:t>
            </a:r>
          </a:p>
          <a:p>
            <a:pPr algn="ctr">
              <a:lnSpc>
                <a:spcPts val="6694"/>
              </a:lnSpc>
            </a:pPr>
            <a:r>
              <a:rPr lang="en-US" sz="4781">
                <a:solidFill>
                  <a:srgbClr val="000000"/>
                </a:solidFill>
                <a:latin typeface="Poppins"/>
                <a:ea typeface="Poppins"/>
                <a:cs typeface="Poppins"/>
                <a:sym typeface="Poppins"/>
              </a:rPr>
              <a:t>2520030079</a:t>
            </a:r>
          </a:p>
          <a:p>
            <a:pPr algn="ctr">
              <a:lnSpc>
                <a:spcPts val="6694"/>
              </a:lnSpc>
              <a:spcBef>
                <a:spcPct val="0"/>
              </a:spcBef>
            </a:pPr>
            <a:r>
              <a:rPr lang="en-US" sz="4781">
                <a:solidFill>
                  <a:srgbClr val="000000"/>
                </a:solidFill>
                <a:latin typeface="Poppins"/>
                <a:ea typeface="Poppins"/>
                <a:cs typeface="Poppins"/>
                <a:sym typeface="Poppins"/>
              </a:rPr>
              <a:t>SEC : 04</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FFFD">
                <a:alpha val="100000"/>
              </a:srgbClr>
            </a:gs>
            <a:gs pos="100000">
              <a:srgbClr val="FCFFDA">
                <a:alpha val="100000"/>
              </a:srgbClr>
            </a:gs>
          </a:gsLst>
          <a:lin ang="5400000"/>
        </a:gradFill>
      </p:bgPr>
    </p:bg>
    <p:spTree>
      <p:nvGrpSpPr>
        <p:cNvPr id="1" name=""/>
        <p:cNvGrpSpPr/>
        <p:nvPr/>
      </p:nvGrpSpPr>
      <p:grpSpPr>
        <a:xfrm>
          <a:off x="0" y="0"/>
          <a:ext cx="0" cy="0"/>
          <a:chOff x="0" y="0"/>
          <a:chExt cx="0" cy="0"/>
        </a:xfrm>
      </p:grpSpPr>
      <p:sp>
        <p:nvSpPr>
          <p:cNvPr name="Freeform 2" id="2"/>
          <p:cNvSpPr/>
          <p:nvPr/>
        </p:nvSpPr>
        <p:spPr>
          <a:xfrm flipH="false" flipV="false" rot="0">
            <a:off x="569366" y="-805890"/>
            <a:ext cx="3633110" cy="1611780"/>
          </a:xfrm>
          <a:custGeom>
            <a:avLst/>
            <a:gdLst/>
            <a:ahLst/>
            <a:cxnLst/>
            <a:rect r="r" b="b" t="t" l="l"/>
            <a:pathLst>
              <a:path h="1611780" w="3633110">
                <a:moveTo>
                  <a:pt x="0" y="0"/>
                </a:moveTo>
                <a:lnTo>
                  <a:pt x="3633110" y="0"/>
                </a:lnTo>
                <a:lnTo>
                  <a:pt x="3633110" y="1611780"/>
                </a:lnTo>
                <a:lnTo>
                  <a:pt x="0" y="161178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2648026" y="3526303"/>
            <a:ext cx="5296051" cy="2349521"/>
          </a:xfrm>
          <a:custGeom>
            <a:avLst/>
            <a:gdLst/>
            <a:ahLst/>
            <a:cxnLst/>
            <a:rect r="r" b="b" t="t" l="l"/>
            <a:pathLst>
              <a:path h="2349521" w="5296051">
                <a:moveTo>
                  <a:pt x="0" y="0"/>
                </a:moveTo>
                <a:lnTo>
                  <a:pt x="5296052" y="0"/>
                </a:lnTo>
                <a:lnTo>
                  <a:pt x="5296052" y="2349521"/>
                </a:lnTo>
                <a:lnTo>
                  <a:pt x="0" y="23495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2900531" y="1412781"/>
            <a:ext cx="3760875" cy="1668461"/>
          </a:xfrm>
          <a:custGeom>
            <a:avLst/>
            <a:gdLst/>
            <a:ahLst/>
            <a:cxnLst/>
            <a:rect r="r" b="b" t="t" l="l"/>
            <a:pathLst>
              <a:path h="1668461" w="3760875">
                <a:moveTo>
                  <a:pt x="0" y="0"/>
                </a:moveTo>
                <a:lnTo>
                  <a:pt x="3760875" y="0"/>
                </a:lnTo>
                <a:lnTo>
                  <a:pt x="3760875" y="1668462"/>
                </a:lnTo>
                <a:lnTo>
                  <a:pt x="0" y="166846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6077424" y="222810"/>
            <a:ext cx="3633110" cy="1611780"/>
          </a:xfrm>
          <a:custGeom>
            <a:avLst/>
            <a:gdLst/>
            <a:ahLst/>
            <a:cxnLst/>
            <a:rect r="r" b="b" t="t" l="l"/>
            <a:pathLst>
              <a:path h="1611780" w="3633110">
                <a:moveTo>
                  <a:pt x="0" y="0"/>
                </a:moveTo>
                <a:lnTo>
                  <a:pt x="3633110" y="0"/>
                </a:lnTo>
                <a:lnTo>
                  <a:pt x="3633110" y="1611780"/>
                </a:lnTo>
                <a:lnTo>
                  <a:pt x="0" y="161178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6077424" y="3968740"/>
            <a:ext cx="5296051" cy="2349521"/>
          </a:xfrm>
          <a:custGeom>
            <a:avLst/>
            <a:gdLst/>
            <a:ahLst/>
            <a:cxnLst/>
            <a:rect r="r" b="b" t="t" l="l"/>
            <a:pathLst>
              <a:path h="2349521" w="5296051">
                <a:moveTo>
                  <a:pt x="0" y="0"/>
                </a:moveTo>
                <a:lnTo>
                  <a:pt x="5296052" y="0"/>
                </a:lnTo>
                <a:lnTo>
                  <a:pt x="5296052" y="2349520"/>
                </a:lnTo>
                <a:lnTo>
                  <a:pt x="0" y="234952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0" y="8013710"/>
            <a:ext cx="3427572" cy="4994641"/>
          </a:xfrm>
          <a:custGeom>
            <a:avLst/>
            <a:gdLst/>
            <a:ahLst/>
            <a:cxnLst/>
            <a:rect r="r" b="b" t="t" l="l"/>
            <a:pathLst>
              <a:path h="4994641" w="3427572">
                <a:moveTo>
                  <a:pt x="0" y="0"/>
                </a:moveTo>
                <a:lnTo>
                  <a:pt x="3427572" y="0"/>
                </a:lnTo>
                <a:lnTo>
                  <a:pt x="3427572" y="4994641"/>
                </a:lnTo>
                <a:lnTo>
                  <a:pt x="0" y="4994641"/>
                </a:lnTo>
                <a:lnTo>
                  <a:pt x="0" y="0"/>
                </a:lnTo>
                <a:close/>
              </a:path>
            </a:pathLst>
          </a:custGeom>
          <a:blipFill>
            <a:blip r:embed="rId4">
              <a:alphaModFix amt="38000"/>
            </a:blip>
            <a:stretch>
              <a:fillRect l="0" t="0" r="0" b="0"/>
            </a:stretch>
          </a:blipFill>
        </p:spPr>
      </p:sp>
      <p:sp>
        <p:nvSpPr>
          <p:cNvPr name="Freeform 8" id="8"/>
          <p:cNvSpPr/>
          <p:nvPr/>
        </p:nvSpPr>
        <p:spPr>
          <a:xfrm flipH="false" flipV="false" rot="0">
            <a:off x="2385921" y="8401218"/>
            <a:ext cx="3427572" cy="4994641"/>
          </a:xfrm>
          <a:custGeom>
            <a:avLst/>
            <a:gdLst/>
            <a:ahLst/>
            <a:cxnLst/>
            <a:rect r="r" b="b" t="t" l="l"/>
            <a:pathLst>
              <a:path h="4994641" w="3427572">
                <a:moveTo>
                  <a:pt x="0" y="0"/>
                </a:moveTo>
                <a:lnTo>
                  <a:pt x="3427572" y="0"/>
                </a:lnTo>
                <a:lnTo>
                  <a:pt x="3427572" y="4994641"/>
                </a:lnTo>
                <a:lnTo>
                  <a:pt x="0" y="4994641"/>
                </a:lnTo>
                <a:lnTo>
                  <a:pt x="0" y="0"/>
                </a:lnTo>
                <a:close/>
              </a:path>
            </a:pathLst>
          </a:custGeom>
          <a:blipFill>
            <a:blip r:embed="rId4">
              <a:alphaModFix amt="38000"/>
            </a:blip>
            <a:stretch>
              <a:fillRect l="0" t="0" r="0" b="0"/>
            </a:stretch>
          </a:blipFill>
        </p:spPr>
      </p:sp>
      <p:sp>
        <p:nvSpPr>
          <p:cNvPr name="Freeform 9" id="9"/>
          <p:cNvSpPr/>
          <p:nvPr/>
        </p:nvSpPr>
        <p:spPr>
          <a:xfrm flipH="false" flipV="false" rot="0">
            <a:off x="5492698" y="8013710"/>
            <a:ext cx="3427572" cy="4994641"/>
          </a:xfrm>
          <a:custGeom>
            <a:avLst/>
            <a:gdLst/>
            <a:ahLst/>
            <a:cxnLst/>
            <a:rect r="r" b="b" t="t" l="l"/>
            <a:pathLst>
              <a:path h="4994641" w="3427572">
                <a:moveTo>
                  <a:pt x="0" y="0"/>
                </a:moveTo>
                <a:lnTo>
                  <a:pt x="3427572" y="0"/>
                </a:lnTo>
                <a:lnTo>
                  <a:pt x="3427572" y="4994641"/>
                </a:lnTo>
                <a:lnTo>
                  <a:pt x="0" y="4994641"/>
                </a:lnTo>
                <a:lnTo>
                  <a:pt x="0" y="0"/>
                </a:lnTo>
                <a:close/>
              </a:path>
            </a:pathLst>
          </a:custGeom>
          <a:blipFill>
            <a:blip r:embed="rId4">
              <a:alphaModFix amt="38000"/>
            </a:blip>
            <a:stretch>
              <a:fillRect l="0" t="0" r="0" b="0"/>
            </a:stretch>
          </a:blipFill>
        </p:spPr>
      </p:sp>
      <p:sp>
        <p:nvSpPr>
          <p:cNvPr name="Freeform 10" id="10"/>
          <p:cNvSpPr/>
          <p:nvPr/>
        </p:nvSpPr>
        <p:spPr>
          <a:xfrm flipH="false" flipV="false" rot="0">
            <a:off x="7878618" y="8401218"/>
            <a:ext cx="3427572" cy="4994641"/>
          </a:xfrm>
          <a:custGeom>
            <a:avLst/>
            <a:gdLst/>
            <a:ahLst/>
            <a:cxnLst/>
            <a:rect r="r" b="b" t="t" l="l"/>
            <a:pathLst>
              <a:path h="4994641" w="3427572">
                <a:moveTo>
                  <a:pt x="0" y="0"/>
                </a:moveTo>
                <a:lnTo>
                  <a:pt x="3427573" y="0"/>
                </a:lnTo>
                <a:lnTo>
                  <a:pt x="3427573" y="4994641"/>
                </a:lnTo>
                <a:lnTo>
                  <a:pt x="0" y="4994641"/>
                </a:lnTo>
                <a:lnTo>
                  <a:pt x="0" y="0"/>
                </a:lnTo>
                <a:close/>
              </a:path>
            </a:pathLst>
          </a:custGeom>
          <a:blipFill>
            <a:blip r:embed="rId4">
              <a:alphaModFix amt="38000"/>
            </a:blip>
            <a:stretch>
              <a:fillRect l="0" t="0" r="0" b="0"/>
            </a:stretch>
          </a:blipFill>
        </p:spPr>
      </p:sp>
      <p:sp>
        <p:nvSpPr>
          <p:cNvPr name="Freeform 11" id="11"/>
          <p:cNvSpPr/>
          <p:nvPr/>
        </p:nvSpPr>
        <p:spPr>
          <a:xfrm flipH="false" flipV="false" rot="0">
            <a:off x="10816202" y="8013710"/>
            <a:ext cx="3427572" cy="4994641"/>
          </a:xfrm>
          <a:custGeom>
            <a:avLst/>
            <a:gdLst/>
            <a:ahLst/>
            <a:cxnLst/>
            <a:rect r="r" b="b" t="t" l="l"/>
            <a:pathLst>
              <a:path h="4994641" w="3427572">
                <a:moveTo>
                  <a:pt x="0" y="0"/>
                </a:moveTo>
                <a:lnTo>
                  <a:pt x="3427572" y="0"/>
                </a:lnTo>
                <a:lnTo>
                  <a:pt x="3427572" y="4994641"/>
                </a:lnTo>
                <a:lnTo>
                  <a:pt x="0" y="4994641"/>
                </a:lnTo>
                <a:lnTo>
                  <a:pt x="0" y="0"/>
                </a:lnTo>
                <a:close/>
              </a:path>
            </a:pathLst>
          </a:custGeom>
          <a:blipFill>
            <a:blip r:embed="rId4">
              <a:alphaModFix amt="38000"/>
            </a:blip>
            <a:stretch>
              <a:fillRect l="0" t="0" r="0" b="0"/>
            </a:stretch>
          </a:blipFill>
        </p:spPr>
      </p:sp>
      <p:sp>
        <p:nvSpPr>
          <p:cNvPr name="Freeform 12" id="12"/>
          <p:cNvSpPr/>
          <p:nvPr/>
        </p:nvSpPr>
        <p:spPr>
          <a:xfrm flipH="false" flipV="false" rot="0">
            <a:off x="13202122" y="8401218"/>
            <a:ext cx="3427572" cy="4994641"/>
          </a:xfrm>
          <a:custGeom>
            <a:avLst/>
            <a:gdLst/>
            <a:ahLst/>
            <a:cxnLst/>
            <a:rect r="r" b="b" t="t" l="l"/>
            <a:pathLst>
              <a:path h="4994641" w="3427572">
                <a:moveTo>
                  <a:pt x="0" y="0"/>
                </a:moveTo>
                <a:lnTo>
                  <a:pt x="3427573" y="0"/>
                </a:lnTo>
                <a:lnTo>
                  <a:pt x="3427573" y="4994641"/>
                </a:lnTo>
                <a:lnTo>
                  <a:pt x="0" y="4994641"/>
                </a:lnTo>
                <a:lnTo>
                  <a:pt x="0" y="0"/>
                </a:lnTo>
                <a:close/>
              </a:path>
            </a:pathLst>
          </a:custGeom>
          <a:blipFill>
            <a:blip r:embed="rId4">
              <a:alphaModFix amt="38000"/>
            </a:blip>
            <a:stretch>
              <a:fillRect l="0" t="0" r="0" b="0"/>
            </a:stretch>
          </a:blipFill>
        </p:spPr>
      </p:sp>
      <p:sp>
        <p:nvSpPr>
          <p:cNvPr name="Freeform 13" id="13"/>
          <p:cNvSpPr/>
          <p:nvPr/>
        </p:nvSpPr>
        <p:spPr>
          <a:xfrm flipH="false" flipV="false" rot="0">
            <a:off x="16308899" y="8013710"/>
            <a:ext cx="3427572" cy="4994641"/>
          </a:xfrm>
          <a:custGeom>
            <a:avLst/>
            <a:gdLst/>
            <a:ahLst/>
            <a:cxnLst/>
            <a:rect r="r" b="b" t="t" l="l"/>
            <a:pathLst>
              <a:path h="4994641" w="3427572">
                <a:moveTo>
                  <a:pt x="0" y="0"/>
                </a:moveTo>
                <a:lnTo>
                  <a:pt x="3427573" y="0"/>
                </a:lnTo>
                <a:lnTo>
                  <a:pt x="3427573" y="4994641"/>
                </a:lnTo>
                <a:lnTo>
                  <a:pt x="0" y="4994641"/>
                </a:lnTo>
                <a:lnTo>
                  <a:pt x="0" y="0"/>
                </a:lnTo>
                <a:close/>
              </a:path>
            </a:pathLst>
          </a:custGeom>
          <a:blipFill>
            <a:blip r:embed="rId4">
              <a:alphaModFix amt="38000"/>
            </a:blip>
            <a:stretch>
              <a:fillRect l="0" t="0" r="0" b="0"/>
            </a:stretch>
          </a:blipFill>
        </p:spPr>
      </p:sp>
      <p:sp>
        <p:nvSpPr>
          <p:cNvPr name="TextBox 14" id="14"/>
          <p:cNvSpPr txBox="true"/>
          <p:nvPr/>
        </p:nvSpPr>
        <p:spPr>
          <a:xfrm rot="0">
            <a:off x="142283" y="1682190"/>
            <a:ext cx="18145717" cy="6784173"/>
          </a:xfrm>
          <a:prstGeom prst="rect">
            <a:avLst/>
          </a:prstGeom>
        </p:spPr>
        <p:txBody>
          <a:bodyPr anchor="t" rtlCol="false" tIns="0" lIns="0" bIns="0" rIns="0">
            <a:spAutoFit/>
          </a:bodyPr>
          <a:lstStyle/>
          <a:p>
            <a:pPr algn="ctr">
              <a:lnSpc>
                <a:spcPts val="7326"/>
              </a:lnSpc>
              <a:spcBef>
                <a:spcPct val="0"/>
              </a:spcBef>
            </a:pPr>
            <a:r>
              <a:rPr lang="en-US" b="true" sz="5233">
                <a:solidFill>
                  <a:srgbClr val="000000"/>
                </a:solidFill>
                <a:latin typeface="Poppins Bold"/>
                <a:ea typeface="Poppins Bold"/>
                <a:cs typeface="Poppins Bold"/>
                <a:sym typeface="Poppins Bold"/>
              </a:rPr>
              <a:t> </a:t>
            </a:r>
          </a:p>
          <a:p>
            <a:pPr algn="ctr">
              <a:lnSpc>
                <a:spcPts val="3842"/>
              </a:lnSpc>
              <a:spcBef>
                <a:spcPct val="0"/>
              </a:spcBef>
            </a:pPr>
            <a:r>
              <a:rPr lang="en-US" sz="2744">
                <a:solidFill>
                  <a:srgbClr val="000000"/>
                </a:solidFill>
                <a:latin typeface="Poppins"/>
                <a:ea typeface="Poppins"/>
                <a:cs typeface="Poppins"/>
                <a:sym typeface="Poppins"/>
              </a:rPr>
              <a:t>The Predictive Farming System is designed to help farmers select suitable crops based on environmental conditions such as temperature, rainfall, and soil pH. The system stores crop information including the required temperature range, rainfall range, and soil pH values for different crops.</a:t>
            </a:r>
          </a:p>
          <a:p>
            <a:pPr algn="ctr">
              <a:lnSpc>
                <a:spcPts val="3842"/>
              </a:lnSpc>
              <a:spcBef>
                <a:spcPct val="0"/>
              </a:spcBef>
            </a:pPr>
            <a:r>
              <a:rPr lang="en-US" sz="2744">
                <a:solidFill>
                  <a:srgbClr val="000000"/>
                </a:solidFill>
                <a:latin typeface="Poppins"/>
                <a:ea typeface="Poppins"/>
                <a:cs typeface="Poppins"/>
                <a:sym typeface="Poppins"/>
              </a:rPr>
              <a:t>Using Data Structures and Algorithms (DSA) concepts, the program organizes crop data in an array and applies searching techniques to identify crops that match the given environmental conditions. The system also uses a sorting algorithm (Bubble Sort) to arrange crops based on their rainfall requirements for better analysis.</a:t>
            </a:r>
          </a:p>
          <a:p>
            <a:pPr algn="ctr">
              <a:lnSpc>
                <a:spcPts val="3842"/>
              </a:lnSpc>
              <a:spcBef>
                <a:spcPct val="0"/>
              </a:spcBef>
            </a:pPr>
            <a:r>
              <a:rPr lang="en-US" sz="2744">
                <a:solidFill>
                  <a:srgbClr val="000000"/>
                </a:solidFill>
                <a:latin typeface="Poppins"/>
                <a:ea typeface="Poppins"/>
                <a:cs typeface="Poppins"/>
                <a:sym typeface="Poppins"/>
              </a:rPr>
              <a:t>The user enters environmental parameters, and the system predicts and displays the crops that can grow effectively under those conditions. This project demonstrates how DSA concepts like arrays, searching, and sorting can be applied to create a simple decision-support system for agriculture.</a:t>
            </a:r>
          </a:p>
          <a:p>
            <a:pPr algn="ctr">
              <a:lnSpc>
                <a:spcPts val="3842"/>
              </a:lnSpc>
              <a:spcBef>
                <a:spcPct val="0"/>
              </a:spcBef>
            </a:pPr>
            <a:r>
              <a:rPr lang="en-US" sz="2744">
                <a:solidFill>
                  <a:srgbClr val="000000"/>
                </a:solidFill>
                <a:latin typeface="Poppins"/>
                <a:ea typeface="Poppins"/>
                <a:cs typeface="Poppins"/>
                <a:sym typeface="Poppins"/>
              </a:rPr>
              <a:t>Overall, the Predictive Farming system provides a basic smart farming solution that helps in selecting suitable crops, improving agricultural planning, and promoting better crop yield.</a:t>
            </a:r>
          </a:p>
        </p:txBody>
      </p:sp>
      <p:sp>
        <p:nvSpPr>
          <p:cNvPr name="TextBox 15" id="15"/>
          <p:cNvSpPr txBox="true"/>
          <p:nvPr/>
        </p:nvSpPr>
        <p:spPr>
          <a:xfrm rot="0">
            <a:off x="-1404505" y="816050"/>
            <a:ext cx="8105061" cy="903605"/>
          </a:xfrm>
          <a:prstGeom prst="rect">
            <a:avLst/>
          </a:prstGeom>
        </p:spPr>
        <p:txBody>
          <a:bodyPr anchor="t" rtlCol="false" tIns="0" lIns="0" bIns="0" rIns="0">
            <a:spAutoFit/>
          </a:bodyPr>
          <a:lstStyle/>
          <a:p>
            <a:pPr algn="ctr">
              <a:lnSpc>
                <a:spcPts val="7419"/>
              </a:lnSpc>
            </a:pPr>
            <a:r>
              <a:rPr lang="en-US" sz="5299" b="true">
                <a:solidFill>
                  <a:srgbClr val="000000"/>
                </a:solidFill>
                <a:latin typeface="Canva Sans Bold"/>
                <a:ea typeface="Canva Sans Bold"/>
                <a:cs typeface="Canva Sans Bold"/>
                <a:sym typeface="Canva Sans Bold"/>
              </a:rPr>
              <a:t>ABSTRACT:</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FFFD">
                <a:alpha val="100000"/>
              </a:srgbClr>
            </a:gs>
            <a:gs pos="100000">
              <a:srgbClr val="FCFFDA">
                <a:alpha val="100000"/>
              </a:srgbClr>
            </a:gs>
          </a:gsLst>
          <a:lin ang="5400000"/>
        </a:gradFill>
      </p:bgPr>
    </p:bg>
    <p:spTree>
      <p:nvGrpSpPr>
        <p:cNvPr id="1" name=""/>
        <p:cNvGrpSpPr/>
        <p:nvPr/>
      </p:nvGrpSpPr>
      <p:grpSpPr>
        <a:xfrm>
          <a:off x="0" y="0"/>
          <a:ext cx="0" cy="0"/>
          <a:chOff x="0" y="0"/>
          <a:chExt cx="0" cy="0"/>
        </a:xfrm>
      </p:grpSpPr>
      <p:sp>
        <p:nvSpPr>
          <p:cNvPr name="Freeform 2" id="2"/>
          <p:cNvSpPr/>
          <p:nvPr/>
        </p:nvSpPr>
        <p:spPr>
          <a:xfrm flipH="false" flipV="false" rot="0">
            <a:off x="569366" y="-805890"/>
            <a:ext cx="3633110" cy="1611780"/>
          </a:xfrm>
          <a:custGeom>
            <a:avLst/>
            <a:gdLst/>
            <a:ahLst/>
            <a:cxnLst/>
            <a:rect r="r" b="b" t="t" l="l"/>
            <a:pathLst>
              <a:path h="1611780" w="3633110">
                <a:moveTo>
                  <a:pt x="0" y="0"/>
                </a:moveTo>
                <a:lnTo>
                  <a:pt x="3633110" y="0"/>
                </a:lnTo>
                <a:lnTo>
                  <a:pt x="3633110" y="1611780"/>
                </a:lnTo>
                <a:lnTo>
                  <a:pt x="0" y="161178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4267351" y="5143500"/>
            <a:ext cx="5296051" cy="2349521"/>
          </a:xfrm>
          <a:custGeom>
            <a:avLst/>
            <a:gdLst/>
            <a:ahLst/>
            <a:cxnLst/>
            <a:rect r="r" b="b" t="t" l="l"/>
            <a:pathLst>
              <a:path h="2349521" w="5296051">
                <a:moveTo>
                  <a:pt x="0" y="0"/>
                </a:moveTo>
                <a:lnTo>
                  <a:pt x="5296051" y="0"/>
                </a:lnTo>
                <a:lnTo>
                  <a:pt x="5296051" y="2349521"/>
                </a:lnTo>
                <a:lnTo>
                  <a:pt x="0" y="23495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2900531" y="1412781"/>
            <a:ext cx="3760875" cy="1668461"/>
          </a:xfrm>
          <a:custGeom>
            <a:avLst/>
            <a:gdLst/>
            <a:ahLst/>
            <a:cxnLst/>
            <a:rect r="r" b="b" t="t" l="l"/>
            <a:pathLst>
              <a:path h="1668461" w="3760875">
                <a:moveTo>
                  <a:pt x="0" y="0"/>
                </a:moveTo>
                <a:lnTo>
                  <a:pt x="3760875" y="0"/>
                </a:lnTo>
                <a:lnTo>
                  <a:pt x="3760875" y="1668462"/>
                </a:lnTo>
                <a:lnTo>
                  <a:pt x="0" y="166846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6077424" y="222810"/>
            <a:ext cx="3633110" cy="1611780"/>
          </a:xfrm>
          <a:custGeom>
            <a:avLst/>
            <a:gdLst/>
            <a:ahLst/>
            <a:cxnLst/>
            <a:rect r="r" b="b" t="t" l="l"/>
            <a:pathLst>
              <a:path h="1611780" w="3633110">
                <a:moveTo>
                  <a:pt x="0" y="0"/>
                </a:moveTo>
                <a:lnTo>
                  <a:pt x="3633110" y="0"/>
                </a:lnTo>
                <a:lnTo>
                  <a:pt x="3633110" y="1611780"/>
                </a:lnTo>
                <a:lnTo>
                  <a:pt x="0" y="161178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6864005" y="5068724"/>
            <a:ext cx="5296051" cy="2349521"/>
          </a:xfrm>
          <a:custGeom>
            <a:avLst/>
            <a:gdLst/>
            <a:ahLst/>
            <a:cxnLst/>
            <a:rect r="r" b="b" t="t" l="l"/>
            <a:pathLst>
              <a:path h="2349521" w="5296051">
                <a:moveTo>
                  <a:pt x="0" y="0"/>
                </a:moveTo>
                <a:lnTo>
                  <a:pt x="5296051" y="0"/>
                </a:lnTo>
                <a:lnTo>
                  <a:pt x="5296051" y="2349521"/>
                </a:lnTo>
                <a:lnTo>
                  <a:pt x="0" y="23495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0" y="8013710"/>
            <a:ext cx="3427572" cy="4994641"/>
          </a:xfrm>
          <a:custGeom>
            <a:avLst/>
            <a:gdLst/>
            <a:ahLst/>
            <a:cxnLst/>
            <a:rect r="r" b="b" t="t" l="l"/>
            <a:pathLst>
              <a:path h="4994641" w="3427572">
                <a:moveTo>
                  <a:pt x="0" y="0"/>
                </a:moveTo>
                <a:lnTo>
                  <a:pt x="3427572" y="0"/>
                </a:lnTo>
                <a:lnTo>
                  <a:pt x="3427572" y="4994641"/>
                </a:lnTo>
                <a:lnTo>
                  <a:pt x="0" y="4994641"/>
                </a:lnTo>
                <a:lnTo>
                  <a:pt x="0" y="0"/>
                </a:lnTo>
                <a:close/>
              </a:path>
            </a:pathLst>
          </a:custGeom>
          <a:blipFill>
            <a:blip r:embed="rId4">
              <a:alphaModFix amt="38000"/>
            </a:blip>
            <a:stretch>
              <a:fillRect l="0" t="0" r="0" b="0"/>
            </a:stretch>
          </a:blipFill>
        </p:spPr>
      </p:sp>
      <p:sp>
        <p:nvSpPr>
          <p:cNvPr name="Freeform 8" id="8"/>
          <p:cNvSpPr/>
          <p:nvPr/>
        </p:nvSpPr>
        <p:spPr>
          <a:xfrm flipH="false" flipV="false" rot="0">
            <a:off x="2385921" y="8401218"/>
            <a:ext cx="3427572" cy="4994641"/>
          </a:xfrm>
          <a:custGeom>
            <a:avLst/>
            <a:gdLst/>
            <a:ahLst/>
            <a:cxnLst/>
            <a:rect r="r" b="b" t="t" l="l"/>
            <a:pathLst>
              <a:path h="4994641" w="3427572">
                <a:moveTo>
                  <a:pt x="0" y="0"/>
                </a:moveTo>
                <a:lnTo>
                  <a:pt x="3427572" y="0"/>
                </a:lnTo>
                <a:lnTo>
                  <a:pt x="3427572" y="4994641"/>
                </a:lnTo>
                <a:lnTo>
                  <a:pt x="0" y="4994641"/>
                </a:lnTo>
                <a:lnTo>
                  <a:pt x="0" y="0"/>
                </a:lnTo>
                <a:close/>
              </a:path>
            </a:pathLst>
          </a:custGeom>
          <a:blipFill>
            <a:blip r:embed="rId4">
              <a:alphaModFix amt="38000"/>
            </a:blip>
            <a:stretch>
              <a:fillRect l="0" t="0" r="0" b="0"/>
            </a:stretch>
          </a:blipFill>
        </p:spPr>
      </p:sp>
      <p:sp>
        <p:nvSpPr>
          <p:cNvPr name="Freeform 9" id="9"/>
          <p:cNvSpPr/>
          <p:nvPr/>
        </p:nvSpPr>
        <p:spPr>
          <a:xfrm flipH="false" flipV="false" rot="0">
            <a:off x="5492698" y="8013710"/>
            <a:ext cx="3427572" cy="4994641"/>
          </a:xfrm>
          <a:custGeom>
            <a:avLst/>
            <a:gdLst/>
            <a:ahLst/>
            <a:cxnLst/>
            <a:rect r="r" b="b" t="t" l="l"/>
            <a:pathLst>
              <a:path h="4994641" w="3427572">
                <a:moveTo>
                  <a:pt x="0" y="0"/>
                </a:moveTo>
                <a:lnTo>
                  <a:pt x="3427572" y="0"/>
                </a:lnTo>
                <a:lnTo>
                  <a:pt x="3427572" y="4994641"/>
                </a:lnTo>
                <a:lnTo>
                  <a:pt x="0" y="4994641"/>
                </a:lnTo>
                <a:lnTo>
                  <a:pt x="0" y="0"/>
                </a:lnTo>
                <a:close/>
              </a:path>
            </a:pathLst>
          </a:custGeom>
          <a:blipFill>
            <a:blip r:embed="rId4">
              <a:alphaModFix amt="38000"/>
            </a:blip>
            <a:stretch>
              <a:fillRect l="0" t="0" r="0" b="0"/>
            </a:stretch>
          </a:blipFill>
        </p:spPr>
      </p:sp>
      <p:sp>
        <p:nvSpPr>
          <p:cNvPr name="Freeform 10" id="10"/>
          <p:cNvSpPr/>
          <p:nvPr/>
        </p:nvSpPr>
        <p:spPr>
          <a:xfrm flipH="false" flipV="false" rot="0">
            <a:off x="7878618" y="8401218"/>
            <a:ext cx="3427572" cy="4994641"/>
          </a:xfrm>
          <a:custGeom>
            <a:avLst/>
            <a:gdLst/>
            <a:ahLst/>
            <a:cxnLst/>
            <a:rect r="r" b="b" t="t" l="l"/>
            <a:pathLst>
              <a:path h="4994641" w="3427572">
                <a:moveTo>
                  <a:pt x="0" y="0"/>
                </a:moveTo>
                <a:lnTo>
                  <a:pt x="3427573" y="0"/>
                </a:lnTo>
                <a:lnTo>
                  <a:pt x="3427573" y="4994641"/>
                </a:lnTo>
                <a:lnTo>
                  <a:pt x="0" y="4994641"/>
                </a:lnTo>
                <a:lnTo>
                  <a:pt x="0" y="0"/>
                </a:lnTo>
                <a:close/>
              </a:path>
            </a:pathLst>
          </a:custGeom>
          <a:blipFill>
            <a:blip r:embed="rId4">
              <a:alphaModFix amt="38000"/>
            </a:blip>
            <a:stretch>
              <a:fillRect l="0" t="0" r="0" b="0"/>
            </a:stretch>
          </a:blipFill>
        </p:spPr>
      </p:sp>
      <p:sp>
        <p:nvSpPr>
          <p:cNvPr name="Freeform 11" id="11"/>
          <p:cNvSpPr/>
          <p:nvPr/>
        </p:nvSpPr>
        <p:spPr>
          <a:xfrm flipH="false" flipV="false" rot="0">
            <a:off x="10816202" y="8013710"/>
            <a:ext cx="3427572" cy="4994641"/>
          </a:xfrm>
          <a:custGeom>
            <a:avLst/>
            <a:gdLst/>
            <a:ahLst/>
            <a:cxnLst/>
            <a:rect r="r" b="b" t="t" l="l"/>
            <a:pathLst>
              <a:path h="4994641" w="3427572">
                <a:moveTo>
                  <a:pt x="0" y="0"/>
                </a:moveTo>
                <a:lnTo>
                  <a:pt x="3427572" y="0"/>
                </a:lnTo>
                <a:lnTo>
                  <a:pt x="3427572" y="4994641"/>
                </a:lnTo>
                <a:lnTo>
                  <a:pt x="0" y="4994641"/>
                </a:lnTo>
                <a:lnTo>
                  <a:pt x="0" y="0"/>
                </a:lnTo>
                <a:close/>
              </a:path>
            </a:pathLst>
          </a:custGeom>
          <a:blipFill>
            <a:blip r:embed="rId4">
              <a:alphaModFix amt="38000"/>
            </a:blip>
            <a:stretch>
              <a:fillRect l="0" t="0" r="0" b="0"/>
            </a:stretch>
          </a:blipFill>
        </p:spPr>
      </p:sp>
      <p:sp>
        <p:nvSpPr>
          <p:cNvPr name="Freeform 12" id="12"/>
          <p:cNvSpPr/>
          <p:nvPr/>
        </p:nvSpPr>
        <p:spPr>
          <a:xfrm flipH="false" flipV="false" rot="0">
            <a:off x="13202122" y="8401218"/>
            <a:ext cx="3427572" cy="4994641"/>
          </a:xfrm>
          <a:custGeom>
            <a:avLst/>
            <a:gdLst/>
            <a:ahLst/>
            <a:cxnLst/>
            <a:rect r="r" b="b" t="t" l="l"/>
            <a:pathLst>
              <a:path h="4994641" w="3427572">
                <a:moveTo>
                  <a:pt x="0" y="0"/>
                </a:moveTo>
                <a:lnTo>
                  <a:pt x="3427573" y="0"/>
                </a:lnTo>
                <a:lnTo>
                  <a:pt x="3427573" y="4994641"/>
                </a:lnTo>
                <a:lnTo>
                  <a:pt x="0" y="4994641"/>
                </a:lnTo>
                <a:lnTo>
                  <a:pt x="0" y="0"/>
                </a:lnTo>
                <a:close/>
              </a:path>
            </a:pathLst>
          </a:custGeom>
          <a:blipFill>
            <a:blip r:embed="rId4">
              <a:alphaModFix amt="38000"/>
            </a:blip>
            <a:stretch>
              <a:fillRect l="0" t="0" r="0" b="0"/>
            </a:stretch>
          </a:blipFill>
        </p:spPr>
      </p:sp>
      <p:sp>
        <p:nvSpPr>
          <p:cNvPr name="Freeform 13" id="13"/>
          <p:cNvSpPr/>
          <p:nvPr/>
        </p:nvSpPr>
        <p:spPr>
          <a:xfrm flipH="false" flipV="false" rot="0">
            <a:off x="16308899" y="8013710"/>
            <a:ext cx="3427572" cy="4994641"/>
          </a:xfrm>
          <a:custGeom>
            <a:avLst/>
            <a:gdLst/>
            <a:ahLst/>
            <a:cxnLst/>
            <a:rect r="r" b="b" t="t" l="l"/>
            <a:pathLst>
              <a:path h="4994641" w="3427572">
                <a:moveTo>
                  <a:pt x="0" y="0"/>
                </a:moveTo>
                <a:lnTo>
                  <a:pt x="3427573" y="0"/>
                </a:lnTo>
                <a:lnTo>
                  <a:pt x="3427573" y="4994641"/>
                </a:lnTo>
                <a:lnTo>
                  <a:pt x="0" y="4994641"/>
                </a:lnTo>
                <a:lnTo>
                  <a:pt x="0" y="0"/>
                </a:lnTo>
                <a:close/>
              </a:path>
            </a:pathLst>
          </a:custGeom>
          <a:blipFill>
            <a:blip r:embed="rId4">
              <a:alphaModFix amt="38000"/>
            </a:blip>
            <a:stretch>
              <a:fillRect l="0" t="0" r="0" b="0"/>
            </a:stretch>
          </a:blipFill>
        </p:spPr>
      </p:sp>
      <p:sp>
        <p:nvSpPr>
          <p:cNvPr name="TextBox 14" id="14"/>
          <p:cNvSpPr txBox="true"/>
          <p:nvPr/>
        </p:nvSpPr>
        <p:spPr>
          <a:xfrm rot="0">
            <a:off x="253386" y="1451083"/>
            <a:ext cx="17781229" cy="6601050"/>
          </a:xfrm>
          <a:prstGeom prst="rect">
            <a:avLst/>
          </a:prstGeom>
        </p:spPr>
        <p:txBody>
          <a:bodyPr anchor="t" rtlCol="false" tIns="0" lIns="0" bIns="0" rIns="0">
            <a:spAutoFit/>
          </a:bodyPr>
          <a:lstStyle/>
          <a:p>
            <a:pPr algn="ctr">
              <a:lnSpc>
                <a:spcPts val="6343"/>
              </a:lnSpc>
              <a:spcBef>
                <a:spcPct val="0"/>
              </a:spcBef>
            </a:pPr>
          </a:p>
          <a:p>
            <a:pPr algn="ctr">
              <a:lnSpc>
                <a:spcPts val="4132"/>
              </a:lnSpc>
              <a:spcBef>
                <a:spcPct val="0"/>
              </a:spcBef>
            </a:pPr>
            <a:r>
              <a:rPr lang="en-US" sz="2951">
                <a:solidFill>
                  <a:srgbClr val="000000"/>
                </a:solidFill>
                <a:latin typeface="Poppins"/>
                <a:ea typeface="Poppins"/>
                <a:cs typeface="Poppins"/>
                <a:sym typeface="Poppins"/>
              </a:rPr>
              <a:t>In the existing system, farmers usually decide which crop to grow based on traditional knowledge, past experience, and general weather conditions. These decisions are often made manually without using any structured data analysis or computational methods.</a:t>
            </a:r>
          </a:p>
          <a:p>
            <a:pPr algn="ctr">
              <a:lnSpc>
                <a:spcPts val="4132"/>
              </a:lnSpc>
              <a:spcBef>
                <a:spcPct val="0"/>
              </a:spcBef>
            </a:pPr>
            <a:r>
              <a:rPr lang="en-US" sz="2951">
                <a:solidFill>
                  <a:srgbClr val="000000"/>
                </a:solidFill>
                <a:latin typeface="Poppins"/>
                <a:ea typeface="Poppins"/>
                <a:cs typeface="Poppins"/>
                <a:sym typeface="Poppins"/>
              </a:rPr>
              <a:t>Farmers may rely on local advice, seasonal patterns, or trial-and-error methods to select crops suitable for their land. However, this approach may not always consider important factors such as exact temperature range, rainfall levels, and soil pH, which are crucial for crop growth.</a:t>
            </a:r>
          </a:p>
          <a:p>
            <a:pPr algn="ctr">
              <a:lnSpc>
                <a:spcPts val="4132"/>
              </a:lnSpc>
              <a:spcBef>
                <a:spcPct val="0"/>
              </a:spcBef>
            </a:pPr>
            <a:r>
              <a:rPr lang="en-US" sz="2951">
                <a:solidFill>
                  <a:srgbClr val="000000"/>
                </a:solidFill>
                <a:latin typeface="Poppins"/>
                <a:ea typeface="Poppins"/>
                <a:cs typeface="Poppins"/>
                <a:sym typeface="Poppins"/>
              </a:rPr>
              <a:t>Due to the lack of a systematic method, the existing system can lead to incorrect crop selection, lower productivity, and inefficient use of resources. It also does not provide any automated way to analyze environmental conditions or suggest the most suitable crops for better yield.</a:t>
            </a:r>
          </a:p>
        </p:txBody>
      </p:sp>
      <p:sp>
        <p:nvSpPr>
          <p:cNvPr name="TextBox 15" id="15"/>
          <p:cNvSpPr txBox="true"/>
          <p:nvPr/>
        </p:nvSpPr>
        <p:spPr>
          <a:xfrm rot="0">
            <a:off x="245929" y="655928"/>
            <a:ext cx="6363287" cy="928504"/>
          </a:xfrm>
          <a:prstGeom prst="rect">
            <a:avLst/>
          </a:prstGeom>
        </p:spPr>
        <p:txBody>
          <a:bodyPr anchor="t" rtlCol="false" tIns="0" lIns="0" bIns="0" rIns="0">
            <a:spAutoFit/>
          </a:bodyPr>
          <a:lstStyle/>
          <a:p>
            <a:pPr algn="ctr">
              <a:lnSpc>
                <a:spcPts val="7699"/>
              </a:lnSpc>
            </a:pPr>
            <a:r>
              <a:rPr lang="en-US" sz="5499" b="true">
                <a:solidFill>
                  <a:srgbClr val="000000"/>
                </a:solidFill>
                <a:latin typeface="Canva Sans Bold"/>
                <a:ea typeface="Canva Sans Bold"/>
                <a:cs typeface="Canva Sans Bold"/>
                <a:sym typeface="Canva Sans Bold"/>
              </a:rPr>
              <a:t>EXISTING SYSTEM:</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FFFD">
                <a:alpha val="100000"/>
              </a:srgbClr>
            </a:gs>
            <a:gs pos="100000">
              <a:srgbClr val="FCFFDA">
                <a:alpha val="100000"/>
              </a:srgbClr>
            </a:gs>
          </a:gsLst>
          <a:lin ang="5400000"/>
        </a:gradFill>
      </p:bgPr>
    </p:bg>
    <p:spTree>
      <p:nvGrpSpPr>
        <p:cNvPr id="1" name=""/>
        <p:cNvGrpSpPr/>
        <p:nvPr/>
      </p:nvGrpSpPr>
      <p:grpSpPr>
        <a:xfrm>
          <a:off x="0" y="0"/>
          <a:ext cx="0" cy="0"/>
          <a:chOff x="0" y="0"/>
          <a:chExt cx="0" cy="0"/>
        </a:xfrm>
      </p:grpSpPr>
      <p:sp>
        <p:nvSpPr>
          <p:cNvPr name="Freeform 2" id="2"/>
          <p:cNvSpPr/>
          <p:nvPr/>
        </p:nvSpPr>
        <p:spPr>
          <a:xfrm flipH="false" flipV="false" rot="0">
            <a:off x="569366" y="-805890"/>
            <a:ext cx="3633110" cy="1611780"/>
          </a:xfrm>
          <a:custGeom>
            <a:avLst/>
            <a:gdLst/>
            <a:ahLst/>
            <a:cxnLst/>
            <a:rect r="r" b="b" t="t" l="l"/>
            <a:pathLst>
              <a:path h="1611780" w="3633110">
                <a:moveTo>
                  <a:pt x="0" y="0"/>
                </a:moveTo>
                <a:lnTo>
                  <a:pt x="3633110" y="0"/>
                </a:lnTo>
                <a:lnTo>
                  <a:pt x="3633110" y="1611780"/>
                </a:lnTo>
                <a:lnTo>
                  <a:pt x="0" y="161178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4267351" y="5143500"/>
            <a:ext cx="5296051" cy="2349521"/>
          </a:xfrm>
          <a:custGeom>
            <a:avLst/>
            <a:gdLst/>
            <a:ahLst/>
            <a:cxnLst/>
            <a:rect r="r" b="b" t="t" l="l"/>
            <a:pathLst>
              <a:path h="2349521" w="5296051">
                <a:moveTo>
                  <a:pt x="0" y="0"/>
                </a:moveTo>
                <a:lnTo>
                  <a:pt x="5296051" y="0"/>
                </a:lnTo>
                <a:lnTo>
                  <a:pt x="5296051" y="2349521"/>
                </a:lnTo>
                <a:lnTo>
                  <a:pt x="0" y="23495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2900531" y="1412781"/>
            <a:ext cx="3760875" cy="1668461"/>
          </a:xfrm>
          <a:custGeom>
            <a:avLst/>
            <a:gdLst/>
            <a:ahLst/>
            <a:cxnLst/>
            <a:rect r="r" b="b" t="t" l="l"/>
            <a:pathLst>
              <a:path h="1668461" w="3760875">
                <a:moveTo>
                  <a:pt x="0" y="0"/>
                </a:moveTo>
                <a:lnTo>
                  <a:pt x="3760875" y="0"/>
                </a:lnTo>
                <a:lnTo>
                  <a:pt x="3760875" y="1668462"/>
                </a:lnTo>
                <a:lnTo>
                  <a:pt x="0" y="166846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6077424" y="222810"/>
            <a:ext cx="3633110" cy="1611780"/>
          </a:xfrm>
          <a:custGeom>
            <a:avLst/>
            <a:gdLst/>
            <a:ahLst/>
            <a:cxnLst/>
            <a:rect r="r" b="b" t="t" l="l"/>
            <a:pathLst>
              <a:path h="1611780" w="3633110">
                <a:moveTo>
                  <a:pt x="0" y="0"/>
                </a:moveTo>
                <a:lnTo>
                  <a:pt x="3633110" y="0"/>
                </a:lnTo>
                <a:lnTo>
                  <a:pt x="3633110" y="1611780"/>
                </a:lnTo>
                <a:lnTo>
                  <a:pt x="0" y="161178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6864005" y="5068724"/>
            <a:ext cx="5296051" cy="2349521"/>
          </a:xfrm>
          <a:custGeom>
            <a:avLst/>
            <a:gdLst/>
            <a:ahLst/>
            <a:cxnLst/>
            <a:rect r="r" b="b" t="t" l="l"/>
            <a:pathLst>
              <a:path h="2349521" w="5296051">
                <a:moveTo>
                  <a:pt x="0" y="0"/>
                </a:moveTo>
                <a:lnTo>
                  <a:pt x="5296051" y="0"/>
                </a:lnTo>
                <a:lnTo>
                  <a:pt x="5296051" y="2349521"/>
                </a:lnTo>
                <a:lnTo>
                  <a:pt x="0" y="23495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0" y="8013710"/>
            <a:ext cx="3427572" cy="4994641"/>
          </a:xfrm>
          <a:custGeom>
            <a:avLst/>
            <a:gdLst/>
            <a:ahLst/>
            <a:cxnLst/>
            <a:rect r="r" b="b" t="t" l="l"/>
            <a:pathLst>
              <a:path h="4994641" w="3427572">
                <a:moveTo>
                  <a:pt x="0" y="0"/>
                </a:moveTo>
                <a:lnTo>
                  <a:pt x="3427572" y="0"/>
                </a:lnTo>
                <a:lnTo>
                  <a:pt x="3427572" y="4994641"/>
                </a:lnTo>
                <a:lnTo>
                  <a:pt x="0" y="4994641"/>
                </a:lnTo>
                <a:lnTo>
                  <a:pt x="0" y="0"/>
                </a:lnTo>
                <a:close/>
              </a:path>
            </a:pathLst>
          </a:custGeom>
          <a:blipFill>
            <a:blip r:embed="rId4">
              <a:alphaModFix amt="38000"/>
            </a:blip>
            <a:stretch>
              <a:fillRect l="0" t="0" r="0" b="0"/>
            </a:stretch>
          </a:blipFill>
        </p:spPr>
      </p:sp>
      <p:sp>
        <p:nvSpPr>
          <p:cNvPr name="Freeform 8" id="8"/>
          <p:cNvSpPr/>
          <p:nvPr/>
        </p:nvSpPr>
        <p:spPr>
          <a:xfrm flipH="false" flipV="false" rot="0">
            <a:off x="2385921" y="8401218"/>
            <a:ext cx="3427572" cy="4994641"/>
          </a:xfrm>
          <a:custGeom>
            <a:avLst/>
            <a:gdLst/>
            <a:ahLst/>
            <a:cxnLst/>
            <a:rect r="r" b="b" t="t" l="l"/>
            <a:pathLst>
              <a:path h="4994641" w="3427572">
                <a:moveTo>
                  <a:pt x="0" y="0"/>
                </a:moveTo>
                <a:lnTo>
                  <a:pt x="3427572" y="0"/>
                </a:lnTo>
                <a:lnTo>
                  <a:pt x="3427572" y="4994641"/>
                </a:lnTo>
                <a:lnTo>
                  <a:pt x="0" y="4994641"/>
                </a:lnTo>
                <a:lnTo>
                  <a:pt x="0" y="0"/>
                </a:lnTo>
                <a:close/>
              </a:path>
            </a:pathLst>
          </a:custGeom>
          <a:blipFill>
            <a:blip r:embed="rId4">
              <a:alphaModFix amt="38000"/>
            </a:blip>
            <a:stretch>
              <a:fillRect l="0" t="0" r="0" b="0"/>
            </a:stretch>
          </a:blipFill>
        </p:spPr>
      </p:sp>
      <p:sp>
        <p:nvSpPr>
          <p:cNvPr name="Freeform 9" id="9"/>
          <p:cNvSpPr/>
          <p:nvPr/>
        </p:nvSpPr>
        <p:spPr>
          <a:xfrm flipH="false" flipV="false" rot="0">
            <a:off x="5492698" y="8013710"/>
            <a:ext cx="3427572" cy="4994641"/>
          </a:xfrm>
          <a:custGeom>
            <a:avLst/>
            <a:gdLst/>
            <a:ahLst/>
            <a:cxnLst/>
            <a:rect r="r" b="b" t="t" l="l"/>
            <a:pathLst>
              <a:path h="4994641" w="3427572">
                <a:moveTo>
                  <a:pt x="0" y="0"/>
                </a:moveTo>
                <a:lnTo>
                  <a:pt x="3427572" y="0"/>
                </a:lnTo>
                <a:lnTo>
                  <a:pt x="3427572" y="4994641"/>
                </a:lnTo>
                <a:lnTo>
                  <a:pt x="0" y="4994641"/>
                </a:lnTo>
                <a:lnTo>
                  <a:pt x="0" y="0"/>
                </a:lnTo>
                <a:close/>
              </a:path>
            </a:pathLst>
          </a:custGeom>
          <a:blipFill>
            <a:blip r:embed="rId4">
              <a:alphaModFix amt="38000"/>
            </a:blip>
            <a:stretch>
              <a:fillRect l="0" t="0" r="0" b="0"/>
            </a:stretch>
          </a:blipFill>
        </p:spPr>
      </p:sp>
      <p:sp>
        <p:nvSpPr>
          <p:cNvPr name="Freeform 10" id="10"/>
          <p:cNvSpPr/>
          <p:nvPr/>
        </p:nvSpPr>
        <p:spPr>
          <a:xfrm flipH="false" flipV="false" rot="0">
            <a:off x="7878618" y="8401218"/>
            <a:ext cx="3427572" cy="4994641"/>
          </a:xfrm>
          <a:custGeom>
            <a:avLst/>
            <a:gdLst/>
            <a:ahLst/>
            <a:cxnLst/>
            <a:rect r="r" b="b" t="t" l="l"/>
            <a:pathLst>
              <a:path h="4994641" w="3427572">
                <a:moveTo>
                  <a:pt x="0" y="0"/>
                </a:moveTo>
                <a:lnTo>
                  <a:pt x="3427573" y="0"/>
                </a:lnTo>
                <a:lnTo>
                  <a:pt x="3427573" y="4994641"/>
                </a:lnTo>
                <a:lnTo>
                  <a:pt x="0" y="4994641"/>
                </a:lnTo>
                <a:lnTo>
                  <a:pt x="0" y="0"/>
                </a:lnTo>
                <a:close/>
              </a:path>
            </a:pathLst>
          </a:custGeom>
          <a:blipFill>
            <a:blip r:embed="rId4">
              <a:alphaModFix amt="38000"/>
            </a:blip>
            <a:stretch>
              <a:fillRect l="0" t="0" r="0" b="0"/>
            </a:stretch>
          </a:blipFill>
        </p:spPr>
      </p:sp>
      <p:sp>
        <p:nvSpPr>
          <p:cNvPr name="Freeform 11" id="11"/>
          <p:cNvSpPr/>
          <p:nvPr/>
        </p:nvSpPr>
        <p:spPr>
          <a:xfrm flipH="false" flipV="false" rot="0">
            <a:off x="10816202" y="8013710"/>
            <a:ext cx="3427572" cy="4994641"/>
          </a:xfrm>
          <a:custGeom>
            <a:avLst/>
            <a:gdLst/>
            <a:ahLst/>
            <a:cxnLst/>
            <a:rect r="r" b="b" t="t" l="l"/>
            <a:pathLst>
              <a:path h="4994641" w="3427572">
                <a:moveTo>
                  <a:pt x="0" y="0"/>
                </a:moveTo>
                <a:lnTo>
                  <a:pt x="3427572" y="0"/>
                </a:lnTo>
                <a:lnTo>
                  <a:pt x="3427572" y="4994641"/>
                </a:lnTo>
                <a:lnTo>
                  <a:pt x="0" y="4994641"/>
                </a:lnTo>
                <a:lnTo>
                  <a:pt x="0" y="0"/>
                </a:lnTo>
                <a:close/>
              </a:path>
            </a:pathLst>
          </a:custGeom>
          <a:blipFill>
            <a:blip r:embed="rId4">
              <a:alphaModFix amt="38000"/>
            </a:blip>
            <a:stretch>
              <a:fillRect l="0" t="0" r="0" b="0"/>
            </a:stretch>
          </a:blipFill>
        </p:spPr>
      </p:sp>
      <p:sp>
        <p:nvSpPr>
          <p:cNvPr name="Freeform 12" id="12"/>
          <p:cNvSpPr/>
          <p:nvPr/>
        </p:nvSpPr>
        <p:spPr>
          <a:xfrm flipH="false" flipV="false" rot="0">
            <a:off x="13202122" y="8401218"/>
            <a:ext cx="3427572" cy="4994641"/>
          </a:xfrm>
          <a:custGeom>
            <a:avLst/>
            <a:gdLst/>
            <a:ahLst/>
            <a:cxnLst/>
            <a:rect r="r" b="b" t="t" l="l"/>
            <a:pathLst>
              <a:path h="4994641" w="3427572">
                <a:moveTo>
                  <a:pt x="0" y="0"/>
                </a:moveTo>
                <a:lnTo>
                  <a:pt x="3427573" y="0"/>
                </a:lnTo>
                <a:lnTo>
                  <a:pt x="3427573" y="4994641"/>
                </a:lnTo>
                <a:lnTo>
                  <a:pt x="0" y="4994641"/>
                </a:lnTo>
                <a:lnTo>
                  <a:pt x="0" y="0"/>
                </a:lnTo>
                <a:close/>
              </a:path>
            </a:pathLst>
          </a:custGeom>
          <a:blipFill>
            <a:blip r:embed="rId4">
              <a:alphaModFix amt="38000"/>
            </a:blip>
            <a:stretch>
              <a:fillRect l="0" t="0" r="0" b="0"/>
            </a:stretch>
          </a:blipFill>
        </p:spPr>
      </p:sp>
      <p:sp>
        <p:nvSpPr>
          <p:cNvPr name="Freeform 13" id="13"/>
          <p:cNvSpPr/>
          <p:nvPr/>
        </p:nvSpPr>
        <p:spPr>
          <a:xfrm flipH="false" flipV="false" rot="0">
            <a:off x="16308899" y="8013710"/>
            <a:ext cx="3427572" cy="4994641"/>
          </a:xfrm>
          <a:custGeom>
            <a:avLst/>
            <a:gdLst/>
            <a:ahLst/>
            <a:cxnLst/>
            <a:rect r="r" b="b" t="t" l="l"/>
            <a:pathLst>
              <a:path h="4994641" w="3427572">
                <a:moveTo>
                  <a:pt x="0" y="0"/>
                </a:moveTo>
                <a:lnTo>
                  <a:pt x="3427573" y="0"/>
                </a:lnTo>
                <a:lnTo>
                  <a:pt x="3427573" y="4994641"/>
                </a:lnTo>
                <a:lnTo>
                  <a:pt x="0" y="4994641"/>
                </a:lnTo>
                <a:lnTo>
                  <a:pt x="0" y="0"/>
                </a:lnTo>
                <a:close/>
              </a:path>
            </a:pathLst>
          </a:custGeom>
          <a:blipFill>
            <a:blip r:embed="rId4">
              <a:alphaModFix amt="38000"/>
            </a:blip>
            <a:stretch>
              <a:fillRect l="0" t="0" r="0" b="0"/>
            </a:stretch>
          </a:blipFill>
        </p:spPr>
      </p:sp>
      <p:sp>
        <p:nvSpPr>
          <p:cNvPr name="TextBox 14" id="14"/>
          <p:cNvSpPr txBox="true"/>
          <p:nvPr/>
        </p:nvSpPr>
        <p:spPr>
          <a:xfrm rot="0">
            <a:off x="0" y="1562396"/>
            <a:ext cx="18288000" cy="6893910"/>
          </a:xfrm>
          <a:prstGeom prst="rect">
            <a:avLst/>
          </a:prstGeom>
        </p:spPr>
        <p:txBody>
          <a:bodyPr anchor="t" rtlCol="false" tIns="0" lIns="0" bIns="0" rIns="0">
            <a:spAutoFit/>
          </a:bodyPr>
          <a:lstStyle/>
          <a:p>
            <a:pPr algn="ctr">
              <a:lnSpc>
                <a:spcPts val="4040"/>
              </a:lnSpc>
              <a:spcBef>
                <a:spcPct val="0"/>
              </a:spcBef>
            </a:pPr>
          </a:p>
          <a:p>
            <a:pPr algn="ctr">
              <a:lnSpc>
                <a:spcPts val="4600"/>
              </a:lnSpc>
              <a:spcBef>
                <a:spcPct val="0"/>
              </a:spcBef>
            </a:pPr>
            <a:r>
              <a:rPr lang="en-US" sz="3286">
                <a:solidFill>
                  <a:srgbClr val="000000"/>
                </a:solidFill>
                <a:latin typeface="Poppins"/>
                <a:ea typeface="Poppins"/>
                <a:cs typeface="Poppins"/>
                <a:sym typeface="Poppins"/>
              </a:rPr>
              <a:t>The proposed system is a Predictive Farming System that helps farmers identify suitable crops based on environmental conditions such as temperature, rainfall, and soil pH. The system stores crop details and their required growing conditions using a data structure(array).</a:t>
            </a:r>
          </a:p>
          <a:p>
            <a:pPr algn="ctr">
              <a:lnSpc>
                <a:spcPts val="4600"/>
              </a:lnSpc>
              <a:spcBef>
                <a:spcPct val="0"/>
              </a:spcBef>
            </a:pPr>
            <a:r>
              <a:rPr lang="en-US" sz="3286">
                <a:solidFill>
                  <a:srgbClr val="000000"/>
                </a:solidFill>
                <a:latin typeface="Poppins"/>
                <a:ea typeface="Poppins"/>
                <a:cs typeface="Poppins"/>
                <a:sym typeface="Poppins"/>
              </a:rPr>
              <a:t>Using searching techniques, the program compares the user-entered environmental values with the stored crop requirements and predicts the crops that can grow effectively under those conditions. It also applies a sorting algorithm to arrange crops based on rainfall requirements for better analysis.</a:t>
            </a:r>
          </a:p>
          <a:p>
            <a:pPr algn="ctr">
              <a:lnSpc>
                <a:spcPts val="4600"/>
              </a:lnSpc>
              <a:spcBef>
                <a:spcPct val="0"/>
              </a:spcBef>
            </a:pPr>
            <a:r>
              <a:rPr lang="en-US" sz="3286">
                <a:solidFill>
                  <a:srgbClr val="000000"/>
                </a:solidFill>
                <a:latin typeface="Poppins"/>
                <a:ea typeface="Poppins"/>
                <a:cs typeface="Poppins"/>
                <a:sym typeface="Poppins"/>
              </a:rPr>
              <a:t>The system provides a simple and automated decision-support tool that helps farmers choose the right crop for their land. This reduces guesswork and improves agricultural planning, which can ultimately lead to better crop yield and efficient use of resources.</a:t>
            </a:r>
          </a:p>
        </p:txBody>
      </p:sp>
      <p:sp>
        <p:nvSpPr>
          <p:cNvPr name="TextBox 15" id="15"/>
          <p:cNvSpPr txBox="true"/>
          <p:nvPr/>
        </p:nvSpPr>
        <p:spPr>
          <a:xfrm rot="0">
            <a:off x="392384" y="478598"/>
            <a:ext cx="7024081" cy="934183"/>
          </a:xfrm>
          <a:prstGeom prst="rect">
            <a:avLst/>
          </a:prstGeom>
        </p:spPr>
        <p:txBody>
          <a:bodyPr anchor="t" rtlCol="false" tIns="0" lIns="0" bIns="0" rIns="0">
            <a:spAutoFit/>
          </a:bodyPr>
          <a:lstStyle/>
          <a:p>
            <a:pPr algn="ctr">
              <a:lnSpc>
                <a:spcPts val="7751"/>
              </a:lnSpc>
            </a:pPr>
            <a:r>
              <a:rPr lang="en-US" sz="5536" b="true">
                <a:solidFill>
                  <a:srgbClr val="000000"/>
                </a:solidFill>
                <a:latin typeface="Canva Sans Bold"/>
                <a:ea typeface="Canva Sans Bold"/>
                <a:cs typeface="Canva Sans Bold"/>
                <a:sym typeface="Canva Sans Bold"/>
              </a:rPr>
              <a:t>PROPOSED SYSTEM:</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FFFD">
                <a:alpha val="100000"/>
              </a:srgbClr>
            </a:gs>
            <a:gs pos="100000">
              <a:srgbClr val="FCFFDA">
                <a:alpha val="100000"/>
              </a:srgbClr>
            </a:gs>
          </a:gsLst>
          <a:lin ang="5400000"/>
        </a:gradFill>
      </p:bgPr>
    </p:bg>
    <p:spTree>
      <p:nvGrpSpPr>
        <p:cNvPr id="1" name=""/>
        <p:cNvGrpSpPr/>
        <p:nvPr/>
      </p:nvGrpSpPr>
      <p:grpSpPr>
        <a:xfrm>
          <a:off x="0" y="0"/>
          <a:ext cx="0" cy="0"/>
          <a:chOff x="0" y="0"/>
          <a:chExt cx="0" cy="0"/>
        </a:xfrm>
      </p:grpSpPr>
      <p:sp>
        <p:nvSpPr>
          <p:cNvPr name="Freeform 2" id="2"/>
          <p:cNvSpPr/>
          <p:nvPr/>
        </p:nvSpPr>
        <p:spPr>
          <a:xfrm flipH="false" flipV="false" rot="0">
            <a:off x="569366" y="-805890"/>
            <a:ext cx="3633110" cy="1611780"/>
          </a:xfrm>
          <a:custGeom>
            <a:avLst/>
            <a:gdLst/>
            <a:ahLst/>
            <a:cxnLst/>
            <a:rect r="r" b="b" t="t" l="l"/>
            <a:pathLst>
              <a:path h="1611780" w="3633110">
                <a:moveTo>
                  <a:pt x="0" y="0"/>
                </a:moveTo>
                <a:lnTo>
                  <a:pt x="3633110" y="0"/>
                </a:lnTo>
                <a:lnTo>
                  <a:pt x="3633110" y="1611780"/>
                </a:lnTo>
                <a:lnTo>
                  <a:pt x="0" y="161178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4267351" y="5300816"/>
            <a:ext cx="5296051" cy="2349521"/>
          </a:xfrm>
          <a:custGeom>
            <a:avLst/>
            <a:gdLst/>
            <a:ahLst/>
            <a:cxnLst/>
            <a:rect r="r" b="b" t="t" l="l"/>
            <a:pathLst>
              <a:path h="2349521" w="5296051">
                <a:moveTo>
                  <a:pt x="0" y="0"/>
                </a:moveTo>
                <a:lnTo>
                  <a:pt x="5296051" y="0"/>
                </a:lnTo>
                <a:lnTo>
                  <a:pt x="5296051" y="2349521"/>
                </a:lnTo>
                <a:lnTo>
                  <a:pt x="0" y="23495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2900531" y="1412781"/>
            <a:ext cx="3760875" cy="1668461"/>
          </a:xfrm>
          <a:custGeom>
            <a:avLst/>
            <a:gdLst/>
            <a:ahLst/>
            <a:cxnLst/>
            <a:rect r="r" b="b" t="t" l="l"/>
            <a:pathLst>
              <a:path h="1668461" w="3760875">
                <a:moveTo>
                  <a:pt x="0" y="0"/>
                </a:moveTo>
                <a:lnTo>
                  <a:pt x="3760875" y="0"/>
                </a:lnTo>
                <a:lnTo>
                  <a:pt x="3760875" y="1668462"/>
                </a:lnTo>
                <a:lnTo>
                  <a:pt x="0" y="166846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6077424" y="222810"/>
            <a:ext cx="3633110" cy="1611780"/>
          </a:xfrm>
          <a:custGeom>
            <a:avLst/>
            <a:gdLst/>
            <a:ahLst/>
            <a:cxnLst/>
            <a:rect r="r" b="b" t="t" l="l"/>
            <a:pathLst>
              <a:path h="1611780" w="3633110">
                <a:moveTo>
                  <a:pt x="0" y="0"/>
                </a:moveTo>
                <a:lnTo>
                  <a:pt x="3633110" y="0"/>
                </a:lnTo>
                <a:lnTo>
                  <a:pt x="3633110" y="1611780"/>
                </a:lnTo>
                <a:lnTo>
                  <a:pt x="0" y="161178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7062508" y="3334765"/>
            <a:ext cx="5296051" cy="2349521"/>
          </a:xfrm>
          <a:custGeom>
            <a:avLst/>
            <a:gdLst/>
            <a:ahLst/>
            <a:cxnLst/>
            <a:rect r="r" b="b" t="t" l="l"/>
            <a:pathLst>
              <a:path h="2349521" w="5296051">
                <a:moveTo>
                  <a:pt x="0" y="0"/>
                </a:moveTo>
                <a:lnTo>
                  <a:pt x="5296052" y="0"/>
                </a:lnTo>
                <a:lnTo>
                  <a:pt x="5296052" y="2349521"/>
                </a:lnTo>
                <a:lnTo>
                  <a:pt x="0" y="23495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0" y="8013710"/>
            <a:ext cx="3427572" cy="4994641"/>
          </a:xfrm>
          <a:custGeom>
            <a:avLst/>
            <a:gdLst/>
            <a:ahLst/>
            <a:cxnLst/>
            <a:rect r="r" b="b" t="t" l="l"/>
            <a:pathLst>
              <a:path h="4994641" w="3427572">
                <a:moveTo>
                  <a:pt x="0" y="0"/>
                </a:moveTo>
                <a:lnTo>
                  <a:pt x="3427572" y="0"/>
                </a:lnTo>
                <a:lnTo>
                  <a:pt x="3427572" y="4994641"/>
                </a:lnTo>
                <a:lnTo>
                  <a:pt x="0" y="4994641"/>
                </a:lnTo>
                <a:lnTo>
                  <a:pt x="0" y="0"/>
                </a:lnTo>
                <a:close/>
              </a:path>
            </a:pathLst>
          </a:custGeom>
          <a:blipFill>
            <a:blip r:embed="rId4">
              <a:alphaModFix amt="38000"/>
            </a:blip>
            <a:stretch>
              <a:fillRect l="0" t="0" r="0" b="0"/>
            </a:stretch>
          </a:blipFill>
        </p:spPr>
      </p:sp>
      <p:sp>
        <p:nvSpPr>
          <p:cNvPr name="Freeform 8" id="8"/>
          <p:cNvSpPr/>
          <p:nvPr/>
        </p:nvSpPr>
        <p:spPr>
          <a:xfrm flipH="false" flipV="false" rot="0">
            <a:off x="2385921" y="8401218"/>
            <a:ext cx="3427572" cy="4994641"/>
          </a:xfrm>
          <a:custGeom>
            <a:avLst/>
            <a:gdLst/>
            <a:ahLst/>
            <a:cxnLst/>
            <a:rect r="r" b="b" t="t" l="l"/>
            <a:pathLst>
              <a:path h="4994641" w="3427572">
                <a:moveTo>
                  <a:pt x="0" y="0"/>
                </a:moveTo>
                <a:lnTo>
                  <a:pt x="3427572" y="0"/>
                </a:lnTo>
                <a:lnTo>
                  <a:pt x="3427572" y="4994641"/>
                </a:lnTo>
                <a:lnTo>
                  <a:pt x="0" y="4994641"/>
                </a:lnTo>
                <a:lnTo>
                  <a:pt x="0" y="0"/>
                </a:lnTo>
                <a:close/>
              </a:path>
            </a:pathLst>
          </a:custGeom>
          <a:blipFill>
            <a:blip r:embed="rId4">
              <a:alphaModFix amt="38000"/>
            </a:blip>
            <a:stretch>
              <a:fillRect l="0" t="0" r="0" b="0"/>
            </a:stretch>
          </a:blipFill>
        </p:spPr>
      </p:sp>
      <p:sp>
        <p:nvSpPr>
          <p:cNvPr name="Freeform 9" id="9"/>
          <p:cNvSpPr/>
          <p:nvPr/>
        </p:nvSpPr>
        <p:spPr>
          <a:xfrm flipH="false" flipV="false" rot="0">
            <a:off x="5492698" y="8013710"/>
            <a:ext cx="3427572" cy="4994641"/>
          </a:xfrm>
          <a:custGeom>
            <a:avLst/>
            <a:gdLst/>
            <a:ahLst/>
            <a:cxnLst/>
            <a:rect r="r" b="b" t="t" l="l"/>
            <a:pathLst>
              <a:path h="4994641" w="3427572">
                <a:moveTo>
                  <a:pt x="0" y="0"/>
                </a:moveTo>
                <a:lnTo>
                  <a:pt x="3427572" y="0"/>
                </a:lnTo>
                <a:lnTo>
                  <a:pt x="3427572" y="4994641"/>
                </a:lnTo>
                <a:lnTo>
                  <a:pt x="0" y="4994641"/>
                </a:lnTo>
                <a:lnTo>
                  <a:pt x="0" y="0"/>
                </a:lnTo>
                <a:close/>
              </a:path>
            </a:pathLst>
          </a:custGeom>
          <a:blipFill>
            <a:blip r:embed="rId4">
              <a:alphaModFix amt="38000"/>
            </a:blip>
            <a:stretch>
              <a:fillRect l="0" t="0" r="0" b="0"/>
            </a:stretch>
          </a:blipFill>
        </p:spPr>
      </p:sp>
      <p:sp>
        <p:nvSpPr>
          <p:cNvPr name="Freeform 10" id="10"/>
          <p:cNvSpPr/>
          <p:nvPr/>
        </p:nvSpPr>
        <p:spPr>
          <a:xfrm flipH="false" flipV="false" rot="0">
            <a:off x="7878618" y="8401218"/>
            <a:ext cx="3427572" cy="4994641"/>
          </a:xfrm>
          <a:custGeom>
            <a:avLst/>
            <a:gdLst/>
            <a:ahLst/>
            <a:cxnLst/>
            <a:rect r="r" b="b" t="t" l="l"/>
            <a:pathLst>
              <a:path h="4994641" w="3427572">
                <a:moveTo>
                  <a:pt x="0" y="0"/>
                </a:moveTo>
                <a:lnTo>
                  <a:pt x="3427573" y="0"/>
                </a:lnTo>
                <a:lnTo>
                  <a:pt x="3427573" y="4994641"/>
                </a:lnTo>
                <a:lnTo>
                  <a:pt x="0" y="4994641"/>
                </a:lnTo>
                <a:lnTo>
                  <a:pt x="0" y="0"/>
                </a:lnTo>
                <a:close/>
              </a:path>
            </a:pathLst>
          </a:custGeom>
          <a:blipFill>
            <a:blip r:embed="rId4">
              <a:alphaModFix amt="38000"/>
            </a:blip>
            <a:stretch>
              <a:fillRect l="0" t="0" r="0" b="0"/>
            </a:stretch>
          </a:blipFill>
        </p:spPr>
      </p:sp>
      <p:sp>
        <p:nvSpPr>
          <p:cNvPr name="Freeform 11" id="11"/>
          <p:cNvSpPr/>
          <p:nvPr/>
        </p:nvSpPr>
        <p:spPr>
          <a:xfrm flipH="false" flipV="false" rot="0">
            <a:off x="10816202" y="8013710"/>
            <a:ext cx="3427572" cy="4994641"/>
          </a:xfrm>
          <a:custGeom>
            <a:avLst/>
            <a:gdLst/>
            <a:ahLst/>
            <a:cxnLst/>
            <a:rect r="r" b="b" t="t" l="l"/>
            <a:pathLst>
              <a:path h="4994641" w="3427572">
                <a:moveTo>
                  <a:pt x="0" y="0"/>
                </a:moveTo>
                <a:lnTo>
                  <a:pt x="3427572" y="0"/>
                </a:lnTo>
                <a:lnTo>
                  <a:pt x="3427572" y="4994641"/>
                </a:lnTo>
                <a:lnTo>
                  <a:pt x="0" y="4994641"/>
                </a:lnTo>
                <a:lnTo>
                  <a:pt x="0" y="0"/>
                </a:lnTo>
                <a:close/>
              </a:path>
            </a:pathLst>
          </a:custGeom>
          <a:blipFill>
            <a:blip r:embed="rId4">
              <a:alphaModFix amt="38000"/>
            </a:blip>
            <a:stretch>
              <a:fillRect l="0" t="0" r="0" b="0"/>
            </a:stretch>
          </a:blipFill>
        </p:spPr>
      </p:sp>
      <p:sp>
        <p:nvSpPr>
          <p:cNvPr name="Freeform 12" id="12"/>
          <p:cNvSpPr/>
          <p:nvPr/>
        </p:nvSpPr>
        <p:spPr>
          <a:xfrm flipH="false" flipV="false" rot="0">
            <a:off x="13202122" y="8401218"/>
            <a:ext cx="3427572" cy="4994641"/>
          </a:xfrm>
          <a:custGeom>
            <a:avLst/>
            <a:gdLst/>
            <a:ahLst/>
            <a:cxnLst/>
            <a:rect r="r" b="b" t="t" l="l"/>
            <a:pathLst>
              <a:path h="4994641" w="3427572">
                <a:moveTo>
                  <a:pt x="0" y="0"/>
                </a:moveTo>
                <a:lnTo>
                  <a:pt x="3427573" y="0"/>
                </a:lnTo>
                <a:lnTo>
                  <a:pt x="3427573" y="4994641"/>
                </a:lnTo>
                <a:lnTo>
                  <a:pt x="0" y="4994641"/>
                </a:lnTo>
                <a:lnTo>
                  <a:pt x="0" y="0"/>
                </a:lnTo>
                <a:close/>
              </a:path>
            </a:pathLst>
          </a:custGeom>
          <a:blipFill>
            <a:blip r:embed="rId4">
              <a:alphaModFix amt="38000"/>
            </a:blip>
            <a:stretch>
              <a:fillRect l="0" t="0" r="0" b="0"/>
            </a:stretch>
          </a:blipFill>
        </p:spPr>
      </p:sp>
      <p:sp>
        <p:nvSpPr>
          <p:cNvPr name="Freeform 13" id="13"/>
          <p:cNvSpPr/>
          <p:nvPr/>
        </p:nvSpPr>
        <p:spPr>
          <a:xfrm flipH="false" flipV="false" rot="0">
            <a:off x="16308899" y="8013710"/>
            <a:ext cx="3427572" cy="4994641"/>
          </a:xfrm>
          <a:custGeom>
            <a:avLst/>
            <a:gdLst/>
            <a:ahLst/>
            <a:cxnLst/>
            <a:rect r="r" b="b" t="t" l="l"/>
            <a:pathLst>
              <a:path h="4994641" w="3427572">
                <a:moveTo>
                  <a:pt x="0" y="0"/>
                </a:moveTo>
                <a:lnTo>
                  <a:pt x="3427573" y="0"/>
                </a:lnTo>
                <a:lnTo>
                  <a:pt x="3427573" y="4994641"/>
                </a:lnTo>
                <a:lnTo>
                  <a:pt x="0" y="4994641"/>
                </a:lnTo>
                <a:lnTo>
                  <a:pt x="0" y="0"/>
                </a:lnTo>
                <a:close/>
              </a:path>
            </a:pathLst>
          </a:custGeom>
          <a:blipFill>
            <a:blip r:embed="rId4">
              <a:alphaModFix amt="38000"/>
            </a:blip>
            <a:stretch>
              <a:fillRect l="0" t="0" r="0" b="0"/>
            </a:stretch>
          </a:blipFill>
        </p:spPr>
      </p:sp>
      <p:graphicFrame>
        <p:nvGraphicFramePr>
          <p:cNvPr name="Object 14" id="14"/>
          <p:cNvGraphicFramePr/>
          <p:nvPr/>
        </p:nvGraphicFramePr>
        <p:xfrm>
          <a:off x="1273219" y="1412781"/>
          <a:ext cx="7543800" cy="4400550"/>
        </p:xfrm>
        <a:graphic>
          <a:graphicData uri="http://schemas.openxmlformats.org/presentationml/2006/ole">
            <p:oleObj imgW="9042400" imgH="5905500" r:id="rId6" progId="Excel.Sheet.12" name="Worksheet">
              <p:embed/>
              <p:pic>
                <p:nvPicPr>
                  <p:cNvPr name="" id="0"/>
                  <p:cNvPicPr/>
                  <p:nvPr/>
                </p:nvPicPr>
                <p:blipFill>
                  <a:blip r:embed="rId5"/>
                  <a:stretch>
                    <a:fillRect/>
                  </a:stretch>
                </p:blipFill>
                <p:spPr>
                  <a:xfrm>
                    <a:off x="1270000" y="1270000"/>
                    <a:ext cx="1270000" cy="1270000"/>
                  </a:xfrm>
                  <a:prstGeom prst="rect"/>
                </p:spPr>
              </p:pic>
            </p:oleObj>
          </a:graphicData>
        </a:graphic>
      </p:graphicFrame>
      <p:sp>
        <p:nvSpPr>
          <p:cNvPr name="TextBox 15" id="15"/>
          <p:cNvSpPr txBox="true"/>
          <p:nvPr/>
        </p:nvSpPr>
        <p:spPr>
          <a:xfrm rot="0">
            <a:off x="1273219" y="118035"/>
            <a:ext cx="6110645" cy="903592"/>
          </a:xfrm>
          <a:prstGeom prst="rect">
            <a:avLst/>
          </a:prstGeom>
        </p:spPr>
        <p:txBody>
          <a:bodyPr anchor="t" rtlCol="false" tIns="0" lIns="0" bIns="0" rIns="0">
            <a:spAutoFit/>
          </a:bodyPr>
          <a:lstStyle/>
          <a:p>
            <a:pPr algn="ctr">
              <a:lnSpc>
                <a:spcPts val="7420"/>
              </a:lnSpc>
            </a:pPr>
            <a:r>
              <a:rPr lang="en-US" sz="5300" b="true">
                <a:solidFill>
                  <a:srgbClr val="000000"/>
                </a:solidFill>
                <a:latin typeface="Canva Sans Bold"/>
                <a:ea typeface="Canva Sans Bold"/>
                <a:cs typeface="Canva Sans Bold"/>
                <a:sym typeface="Canva Sans Bold"/>
              </a:rPr>
              <a:t>CO ATTAINMENTS: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FFFD">
                <a:alpha val="100000"/>
              </a:srgbClr>
            </a:gs>
            <a:gs pos="100000">
              <a:srgbClr val="FCFFDA">
                <a:alpha val="100000"/>
              </a:srgbClr>
            </a:gs>
          </a:gsLst>
          <a:lin ang="5400000"/>
        </a:gradFill>
      </p:bgPr>
    </p:bg>
    <p:spTree>
      <p:nvGrpSpPr>
        <p:cNvPr id="1" name=""/>
        <p:cNvGrpSpPr/>
        <p:nvPr/>
      </p:nvGrpSpPr>
      <p:grpSpPr>
        <a:xfrm>
          <a:off x="0" y="0"/>
          <a:ext cx="0" cy="0"/>
          <a:chOff x="0" y="0"/>
          <a:chExt cx="0" cy="0"/>
        </a:xfrm>
      </p:grpSpPr>
      <p:sp>
        <p:nvSpPr>
          <p:cNvPr name="Freeform 2" id="2"/>
          <p:cNvSpPr/>
          <p:nvPr/>
        </p:nvSpPr>
        <p:spPr>
          <a:xfrm flipH="false" flipV="false" rot="0">
            <a:off x="569366" y="-805890"/>
            <a:ext cx="3633110" cy="1611780"/>
          </a:xfrm>
          <a:custGeom>
            <a:avLst/>
            <a:gdLst/>
            <a:ahLst/>
            <a:cxnLst/>
            <a:rect r="r" b="b" t="t" l="l"/>
            <a:pathLst>
              <a:path h="1611780" w="3633110">
                <a:moveTo>
                  <a:pt x="0" y="0"/>
                </a:moveTo>
                <a:lnTo>
                  <a:pt x="3633110" y="0"/>
                </a:lnTo>
                <a:lnTo>
                  <a:pt x="3633110" y="1611780"/>
                </a:lnTo>
                <a:lnTo>
                  <a:pt x="0" y="161178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2900531" y="1412781"/>
            <a:ext cx="3760875" cy="1668461"/>
          </a:xfrm>
          <a:custGeom>
            <a:avLst/>
            <a:gdLst/>
            <a:ahLst/>
            <a:cxnLst/>
            <a:rect r="r" b="b" t="t" l="l"/>
            <a:pathLst>
              <a:path h="1668461" w="3760875">
                <a:moveTo>
                  <a:pt x="0" y="0"/>
                </a:moveTo>
                <a:lnTo>
                  <a:pt x="3760875" y="0"/>
                </a:lnTo>
                <a:lnTo>
                  <a:pt x="3760875" y="1668462"/>
                </a:lnTo>
                <a:lnTo>
                  <a:pt x="0" y="166846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6077424" y="222810"/>
            <a:ext cx="3633110" cy="1611780"/>
          </a:xfrm>
          <a:custGeom>
            <a:avLst/>
            <a:gdLst/>
            <a:ahLst/>
            <a:cxnLst/>
            <a:rect r="r" b="b" t="t" l="l"/>
            <a:pathLst>
              <a:path h="1611780" w="3633110">
                <a:moveTo>
                  <a:pt x="0" y="0"/>
                </a:moveTo>
                <a:lnTo>
                  <a:pt x="3633110" y="0"/>
                </a:lnTo>
                <a:lnTo>
                  <a:pt x="3633110" y="1611780"/>
                </a:lnTo>
                <a:lnTo>
                  <a:pt x="0" y="161178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6733022" y="2174936"/>
            <a:ext cx="5296051" cy="2349521"/>
          </a:xfrm>
          <a:custGeom>
            <a:avLst/>
            <a:gdLst/>
            <a:ahLst/>
            <a:cxnLst/>
            <a:rect r="r" b="b" t="t" l="l"/>
            <a:pathLst>
              <a:path h="2349521" w="5296051">
                <a:moveTo>
                  <a:pt x="0" y="0"/>
                </a:moveTo>
                <a:lnTo>
                  <a:pt x="5296052" y="0"/>
                </a:lnTo>
                <a:lnTo>
                  <a:pt x="5296052" y="2349521"/>
                </a:lnTo>
                <a:lnTo>
                  <a:pt x="0" y="23495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0" y="8013710"/>
            <a:ext cx="3427572" cy="4994641"/>
          </a:xfrm>
          <a:custGeom>
            <a:avLst/>
            <a:gdLst/>
            <a:ahLst/>
            <a:cxnLst/>
            <a:rect r="r" b="b" t="t" l="l"/>
            <a:pathLst>
              <a:path h="4994641" w="3427572">
                <a:moveTo>
                  <a:pt x="0" y="0"/>
                </a:moveTo>
                <a:lnTo>
                  <a:pt x="3427572" y="0"/>
                </a:lnTo>
                <a:lnTo>
                  <a:pt x="3427572" y="4994641"/>
                </a:lnTo>
                <a:lnTo>
                  <a:pt x="0" y="4994641"/>
                </a:lnTo>
                <a:lnTo>
                  <a:pt x="0" y="0"/>
                </a:lnTo>
                <a:close/>
              </a:path>
            </a:pathLst>
          </a:custGeom>
          <a:blipFill>
            <a:blip r:embed="rId4">
              <a:alphaModFix amt="38000"/>
            </a:blip>
            <a:stretch>
              <a:fillRect l="0" t="0" r="0" b="0"/>
            </a:stretch>
          </a:blipFill>
        </p:spPr>
      </p:sp>
      <p:sp>
        <p:nvSpPr>
          <p:cNvPr name="Freeform 7" id="7"/>
          <p:cNvSpPr/>
          <p:nvPr/>
        </p:nvSpPr>
        <p:spPr>
          <a:xfrm flipH="false" flipV="false" rot="0">
            <a:off x="2385921" y="8401218"/>
            <a:ext cx="3427572" cy="4994641"/>
          </a:xfrm>
          <a:custGeom>
            <a:avLst/>
            <a:gdLst/>
            <a:ahLst/>
            <a:cxnLst/>
            <a:rect r="r" b="b" t="t" l="l"/>
            <a:pathLst>
              <a:path h="4994641" w="3427572">
                <a:moveTo>
                  <a:pt x="0" y="0"/>
                </a:moveTo>
                <a:lnTo>
                  <a:pt x="3427572" y="0"/>
                </a:lnTo>
                <a:lnTo>
                  <a:pt x="3427572" y="4994641"/>
                </a:lnTo>
                <a:lnTo>
                  <a:pt x="0" y="4994641"/>
                </a:lnTo>
                <a:lnTo>
                  <a:pt x="0" y="0"/>
                </a:lnTo>
                <a:close/>
              </a:path>
            </a:pathLst>
          </a:custGeom>
          <a:blipFill>
            <a:blip r:embed="rId4">
              <a:alphaModFix amt="38000"/>
            </a:blip>
            <a:stretch>
              <a:fillRect l="0" t="0" r="0" b="0"/>
            </a:stretch>
          </a:blipFill>
        </p:spPr>
      </p:sp>
      <p:sp>
        <p:nvSpPr>
          <p:cNvPr name="Freeform 8" id="8"/>
          <p:cNvSpPr/>
          <p:nvPr/>
        </p:nvSpPr>
        <p:spPr>
          <a:xfrm flipH="false" flipV="false" rot="0">
            <a:off x="5492698" y="8013710"/>
            <a:ext cx="3427572" cy="4994641"/>
          </a:xfrm>
          <a:custGeom>
            <a:avLst/>
            <a:gdLst/>
            <a:ahLst/>
            <a:cxnLst/>
            <a:rect r="r" b="b" t="t" l="l"/>
            <a:pathLst>
              <a:path h="4994641" w="3427572">
                <a:moveTo>
                  <a:pt x="0" y="0"/>
                </a:moveTo>
                <a:lnTo>
                  <a:pt x="3427572" y="0"/>
                </a:lnTo>
                <a:lnTo>
                  <a:pt x="3427572" y="4994641"/>
                </a:lnTo>
                <a:lnTo>
                  <a:pt x="0" y="4994641"/>
                </a:lnTo>
                <a:lnTo>
                  <a:pt x="0" y="0"/>
                </a:lnTo>
                <a:close/>
              </a:path>
            </a:pathLst>
          </a:custGeom>
          <a:blipFill>
            <a:blip r:embed="rId4">
              <a:alphaModFix amt="38000"/>
            </a:blip>
            <a:stretch>
              <a:fillRect l="0" t="0" r="0" b="0"/>
            </a:stretch>
          </a:blipFill>
        </p:spPr>
      </p:sp>
      <p:sp>
        <p:nvSpPr>
          <p:cNvPr name="Freeform 9" id="9"/>
          <p:cNvSpPr/>
          <p:nvPr/>
        </p:nvSpPr>
        <p:spPr>
          <a:xfrm flipH="false" flipV="false" rot="0">
            <a:off x="7878618" y="8401218"/>
            <a:ext cx="3427572" cy="4994641"/>
          </a:xfrm>
          <a:custGeom>
            <a:avLst/>
            <a:gdLst/>
            <a:ahLst/>
            <a:cxnLst/>
            <a:rect r="r" b="b" t="t" l="l"/>
            <a:pathLst>
              <a:path h="4994641" w="3427572">
                <a:moveTo>
                  <a:pt x="0" y="0"/>
                </a:moveTo>
                <a:lnTo>
                  <a:pt x="3427573" y="0"/>
                </a:lnTo>
                <a:lnTo>
                  <a:pt x="3427573" y="4994641"/>
                </a:lnTo>
                <a:lnTo>
                  <a:pt x="0" y="4994641"/>
                </a:lnTo>
                <a:lnTo>
                  <a:pt x="0" y="0"/>
                </a:lnTo>
                <a:close/>
              </a:path>
            </a:pathLst>
          </a:custGeom>
          <a:blipFill>
            <a:blip r:embed="rId4">
              <a:alphaModFix amt="38000"/>
            </a:blip>
            <a:stretch>
              <a:fillRect l="0" t="0" r="0" b="0"/>
            </a:stretch>
          </a:blipFill>
        </p:spPr>
      </p:sp>
      <p:sp>
        <p:nvSpPr>
          <p:cNvPr name="Freeform 10" id="10"/>
          <p:cNvSpPr/>
          <p:nvPr/>
        </p:nvSpPr>
        <p:spPr>
          <a:xfrm flipH="false" flipV="false" rot="0">
            <a:off x="10816202" y="8013710"/>
            <a:ext cx="3427572" cy="4994641"/>
          </a:xfrm>
          <a:custGeom>
            <a:avLst/>
            <a:gdLst/>
            <a:ahLst/>
            <a:cxnLst/>
            <a:rect r="r" b="b" t="t" l="l"/>
            <a:pathLst>
              <a:path h="4994641" w="3427572">
                <a:moveTo>
                  <a:pt x="0" y="0"/>
                </a:moveTo>
                <a:lnTo>
                  <a:pt x="3427572" y="0"/>
                </a:lnTo>
                <a:lnTo>
                  <a:pt x="3427572" y="4994641"/>
                </a:lnTo>
                <a:lnTo>
                  <a:pt x="0" y="4994641"/>
                </a:lnTo>
                <a:lnTo>
                  <a:pt x="0" y="0"/>
                </a:lnTo>
                <a:close/>
              </a:path>
            </a:pathLst>
          </a:custGeom>
          <a:blipFill>
            <a:blip r:embed="rId4">
              <a:alphaModFix amt="38000"/>
            </a:blip>
            <a:stretch>
              <a:fillRect l="0" t="0" r="0" b="0"/>
            </a:stretch>
          </a:blipFill>
        </p:spPr>
      </p:sp>
      <p:sp>
        <p:nvSpPr>
          <p:cNvPr name="Freeform 11" id="11"/>
          <p:cNvSpPr/>
          <p:nvPr/>
        </p:nvSpPr>
        <p:spPr>
          <a:xfrm flipH="false" flipV="false" rot="0">
            <a:off x="13202122" y="8401218"/>
            <a:ext cx="3427572" cy="4994641"/>
          </a:xfrm>
          <a:custGeom>
            <a:avLst/>
            <a:gdLst/>
            <a:ahLst/>
            <a:cxnLst/>
            <a:rect r="r" b="b" t="t" l="l"/>
            <a:pathLst>
              <a:path h="4994641" w="3427572">
                <a:moveTo>
                  <a:pt x="0" y="0"/>
                </a:moveTo>
                <a:lnTo>
                  <a:pt x="3427573" y="0"/>
                </a:lnTo>
                <a:lnTo>
                  <a:pt x="3427573" y="4994641"/>
                </a:lnTo>
                <a:lnTo>
                  <a:pt x="0" y="4994641"/>
                </a:lnTo>
                <a:lnTo>
                  <a:pt x="0" y="0"/>
                </a:lnTo>
                <a:close/>
              </a:path>
            </a:pathLst>
          </a:custGeom>
          <a:blipFill>
            <a:blip r:embed="rId4">
              <a:alphaModFix amt="38000"/>
            </a:blip>
            <a:stretch>
              <a:fillRect l="0" t="0" r="0" b="0"/>
            </a:stretch>
          </a:blipFill>
        </p:spPr>
      </p:sp>
      <p:sp>
        <p:nvSpPr>
          <p:cNvPr name="Freeform 12" id="12"/>
          <p:cNvSpPr/>
          <p:nvPr/>
        </p:nvSpPr>
        <p:spPr>
          <a:xfrm flipH="false" flipV="false" rot="0">
            <a:off x="16308899" y="8013710"/>
            <a:ext cx="3427572" cy="4994641"/>
          </a:xfrm>
          <a:custGeom>
            <a:avLst/>
            <a:gdLst/>
            <a:ahLst/>
            <a:cxnLst/>
            <a:rect r="r" b="b" t="t" l="l"/>
            <a:pathLst>
              <a:path h="4994641" w="3427572">
                <a:moveTo>
                  <a:pt x="0" y="0"/>
                </a:moveTo>
                <a:lnTo>
                  <a:pt x="3427573" y="0"/>
                </a:lnTo>
                <a:lnTo>
                  <a:pt x="3427573" y="4994641"/>
                </a:lnTo>
                <a:lnTo>
                  <a:pt x="0" y="4994641"/>
                </a:lnTo>
                <a:lnTo>
                  <a:pt x="0" y="0"/>
                </a:lnTo>
                <a:close/>
              </a:path>
            </a:pathLst>
          </a:custGeom>
          <a:blipFill>
            <a:blip r:embed="rId4">
              <a:alphaModFix amt="38000"/>
            </a:blip>
            <a:stretch>
              <a:fillRect l="0" t="0" r="0" b="0"/>
            </a:stretch>
          </a:blipFill>
        </p:spPr>
      </p:sp>
      <p:sp>
        <p:nvSpPr>
          <p:cNvPr name="Freeform 13" id="13"/>
          <p:cNvSpPr/>
          <p:nvPr/>
        </p:nvSpPr>
        <p:spPr>
          <a:xfrm flipH="false" flipV="false" rot="0">
            <a:off x="-3188800" y="3976896"/>
            <a:ext cx="5296051" cy="2349521"/>
          </a:xfrm>
          <a:custGeom>
            <a:avLst/>
            <a:gdLst/>
            <a:ahLst/>
            <a:cxnLst/>
            <a:rect r="r" b="b" t="t" l="l"/>
            <a:pathLst>
              <a:path h="2349521" w="5296051">
                <a:moveTo>
                  <a:pt x="0" y="0"/>
                </a:moveTo>
                <a:lnTo>
                  <a:pt x="5296051" y="0"/>
                </a:lnTo>
                <a:lnTo>
                  <a:pt x="5296051" y="2349521"/>
                </a:lnTo>
                <a:lnTo>
                  <a:pt x="0" y="23495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4" id="14"/>
          <p:cNvSpPr txBox="true"/>
          <p:nvPr/>
        </p:nvSpPr>
        <p:spPr>
          <a:xfrm rot="0">
            <a:off x="0" y="1277699"/>
            <a:ext cx="18286512" cy="7636351"/>
          </a:xfrm>
          <a:prstGeom prst="rect">
            <a:avLst/>
          </a:prstGeom>
        </p:spPr>
        <p:txBody>
          <a:bodyPr anchor="t" rtlCol="false" tIns="0" lIns="0" bIns="0" rIns="0">
            <a:spAutoFit/>
          </a:bodyPr>
          <a:lstStyle/>
          <a:p>
            <a:pPr algn="l">
              <a:lnSpc>
                <a:spcPts val="4691"/>
              </a:lnSpc>
            </a:pPr>
          </a:p>
          <a:p>
            <a:pPr algn="l" marL="723464" indent="-361732" lvl="1">
              <a:lnSpc>
                <a:spcPts val="4691"/>
              </a:lnSpc>
              <a:buFont typeface="Arial"/>
              <a:buChar char="•"/>
            </a:pPr>
            <a:r>
              <a:rPr lang="en-US" sz="3350">
                <a:solidFill>
                  <a:srgbClr val="000000"/>
                </a:solidFill>
                <a:latin typeface="Poppins"/>
                <a:ea typeface="Poppins"/>
                <a:cs typeface="Poppins"/>
                <a:sym typeface="Poppins"/>
              </a:rPr>
              <a:t>To develop a predictive farming system that helps farmers choose suitable crops based on environmental conditions.</a:t>
            </a:r>
          </a:p>
          <a:p>
            <a:pPr algn="l" marL="723464" indent="-361732" lvl="1">
              <a:lnSpc>
                <a:spcPts val="4691"/>
              </a:lnSpc>
              <a:buFont typeface="Arial"/>
              <a:buChar char="•"/>
            </a:pPr>
            <a:r>
              <a:rPr lang="en-US" sz="3350">
                <a:solidFill>
                  <a:srgbClr val="000000"/>
                </a:solidFill>
                <a:latin typeface="Poppins"/>
                <a:ea typeface="Poppins"/>
                <a:cs typeface="Poppins"/>
                <a:sym typeface="Poppins"/>
              </a:rPr>
              <a:t>To store crop information efficiently using appropriate data structures such as arrays.</a:t>
            </a:r>
          </a:p>
          <a:p>
            <a:pPr algn="l" marL="723464" indent="-361732" lvl="1">
              <a:lnSpc>
                <a:spcPts val="4691"/>
              </a:lnSpc>
              <a:buFont typeface="Arial"/>
              <a:buChar char="•"/>
            </a:pPr>
            <a:r>
              <a:rPr lang="en-US" sz="3350">
                <a:solidFill>
                  <a:srgbClr val="000000"/>
                </a:solidFill>
                <a:latin typeface="Poppins"/>
                <a:ea typeface="Poppins"/>
                <a:cs typeface="Poppins"/>
                <a:sym typeface="Poppins"/>
              </a:rPr>
              <a:t>To apply searching algorithms to identify crops that match the given temperature, rainfall, and soil pH conditions.</a:t>
            </a:r>
          </a:p>
          <a:p>
            <a:pPr algn="l" marL="723464" indent="-361732" lvl="1">
              <a:lnSpc>
                <a:spcPts val="4691"/>
              </a:lnSpc>
              <a:buFont typeface="Arial"/>
              <a:buChar char="•"/>
            </a:pPr>
            <a:r>
              <a:rPr lang="en-US" sz="3350">
                <a:solidFill>
                  <a:srgbClr val="000000"/>
                </a:solidFill>
                <a:latin typeface="Poppins"/>
                <a:ea typeface="Poppins"/>
                <a:cs typeface="Poppins"/>
                <a:sym typeface="Poppins"/>
              </a:rPr>
              <a:t>To use sorting algorithms to organize crops based on rainfall requirements for better analysis.</a:t>
            </a:r>
          </a:p>
          <a:p>
            <a:pPr algn="l" marL="723464" indent="-361732" lvl="1">
              <a:lnSpc>
                <a:spcPts val="4691"/>
              </a:lnSpc>
              <a:buFont typeface="Arial"/>
              <a:buChar char="•"/>
            </a:pPr>
            <a:r>
              <a:rPr lang="en-US" sz="3350">
                <a:solidFill>
                  <a:srgbClr val="000000"/>
                </a:solidFill>
                <a:latin typeface="Poppins"/>
                <a:ea typeface="Poppins"/>
                <a:cs typeface="Poppins"/>
                <a:sym typeface="Poppins"/>
              </a:rPr>
              <a:t>To reduce manual decision-making by providing an automated method for crop selection.</a:t>
            </a:r>
          </a:p>
          <a:p>
            <a:pPr algn="l" marL="723464" indent="-361732" lvl="1">
              <a:lnSpc>
                <a:spcPts val="4691"/>
              </a:lnSpc>
              <a:buFont typeface="Arial"/>
              <a:buChar char="•"/>
            </a:pPr>
            <a:r>
              <a:rPr lang="en-US" sz="3350">
                <a:solidFill>
                  <a:srgbClr val="000000"/>
                </a:solidFill>
                <a:latin typeface="Poppins"/>
                <a:ea typeface="Poppins"/>
                <a:cs typeface="Poppins"/>
                <a:sym typeface="Poppins"/>
              </a:rPr>
              <a:t>To demonstrate the practical application of Data Structures and Algorithms (DSA) in solving real-world agricultural problems</a:t>
            </a:r>
          </a:p>
        </p:txBody>
      </p:sp>
      <p:sp>
        <p:nvSpPr>
          <p:cNvPr name="TextBox 15" id="15"/>
          <p:cNvSpPr txBox="true"/>
          <p:nvPr/>
        </p:nvSpPr>
        <p:spPr>
          <a:xfrm rot="0">
            <a:off x="569366" y="314717"/>
            <a:ext cx="4263033" cy="887095"/>
          </a:xfrm>
          <a:prstGeom prst="rect">
            <a:avLst/>
          </a:prstGeom>
        </p:spPr>
        <p:txBody>
          <a:bodyPr anchor="t" rtlCol="false" tIns="0" lIns="0" bIns="0" rIns="0">
            <a:spAutoFit/>
          </a:bodyPr>
          <a:lstStyle/>
          <a:p>
            <a:pPr algn="ctr">
              <a:lnSpc>
                <a:spcPts val="7279"/>
              </a:lnSpc>
            </a:pPr>
            <a:r>
              <a:rPr lang="en-US" sz="5199" b="true">
                <a:solidFill>
                  <a:srgbClr val="000000"/>
                </a:solidFill>
                <a:latin typeface="Canva Sans Bold"/>
                <a:ea typeface="Canva Sans Bold"/>
                <a:cs typeface="Canva Sans Bold"/>
                <a:sym typeface="Canva Sans Bold"/>
              </a:rPr>
              <a:t>OBJECTIVES: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FFFD">
                <a:alpha val="100000"/>
              </a:srgbClr>
            </a:gs>
            <a:gs pos="100000">
              <a:srgbClr val="FCFFDA">
                <a:alpha val="100000"/>
              </a:srgbClr>
            </a:gs>
          </a:gsLst>
          <a:lin ang="5400000"/>
        </a:gradFill>
      </p:bgPr>
    </p:bg>
    <p:spTree>
      <p:nvGrpSpPr>
        <p:cNvPr id="1" name=""/>
        <p:cNvGrpSpPr/>
        <p:nvPr/>
      </p:nvGrpSpPr>
      <p:grpSpPr>
        <a:xfrm>
          <a:off x="0" y="0"/>
          <a:ext cx="0" cy="0"/>
          <a:chOff x="0" y="0"/>
          <a:chExt cx="0" cy="0"/>
        </a:xfrm>
      </p:grpSpPr>
      <p:sp>
        <p:nvSpPr>
          <p:cNvPr name="Freeform 2" id="2"/>
          <p:cNvSpPr/>
          <p:nvPr/>
        </p:nvSpPr>
        <p:spPr>
          <a:xfrm flipH="false" flipV="false" rot="0">
            <a:off x="569366" y="-805890"/>
            <a:ext cx="3633110" cy="1611780"/>
          </a:xfrm>
          <a:custGeom>
            <a:avLst/>
            <a:gdLst/>
            <a:ahLst/>
            <a:cxnLst/>
            <a:rect r="r" b="b" t="t" l="l"/>
            <a:pathLst>
              <a:path h="1611780" w="3633110">
                <a:moveTo>
                  <a:pt x="0" y="0"/>
                </a:moveTo>
                <a:lnTo>
                  <a:pt x="3633110" y="0"/>
                </a:lnTo>
                <a:lnTo>
                  <a:pt x="3633110" y="1611780"/>
                </a:lnTo>
                <a:lnTo>
                  <a:pt x="0" y="161178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4267351" y="5143500"/>
            <a:ext cx="5296051" cy="2349521"/>
          </a:xfrm>
          <a:custGeom>
            <a:avLst/>
            <a:gdLst/>
            <a:ahLst/>
            <a:cxnLst/>
            <a:rect r="r" b="b" t="t" l="l"/>
            <a:pathLst>
              <a:path h="2349521" w="5296051">
                <a:moveTo>
                  <a:pt x="0" y="0"/>
                </a:moveTo>
                <a:lnTo>
                  <a:pt x="5296051" y="0"/>
                </a:lnTo>
                <a:lnTo>
                  <a:pt x="5296051" y="2349521"/>
                </a:lnTo>
                <a:lnTo>
                  <a:pt x="0" y="23495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2900531" y="1412781"/>
            <a:ext cx="3760875" cy="1668461"/>
          </a:xfrm>
          <a:custGeom>
            <a:avLst/>
            <a:gdLst/>
            <a:ahLst/>
            <a:cxnLst/>
            <a:rect r="r" b="b" t="t" l="l"/>
            <a:pathLst>
              <a:path h="1668461" w="3760875">
                <a:moveTo>
                  <a:pt x="0" y="0"/>
                </a:moveTo>
                <a:lnTo>
                  <a:pt x="3760875" y="0"/>
                </a:lnTo>
                <a:lnTo>
                  <a:pt x="3760875" y="1668462"/>
                </a:lnTo>
                <a:lnTo>
                  <a:pt x="0" y="166846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6077424" y="222810"/>
            <a:ext cx="3633110" cy="1611780"/>
          </a:xfrm>
          <a:custGeom>
            <a:avLst/>
            <a:gdLst/>
            <a:ahLst/>
            <a:cxnLst/>
            <a:rect r="r" b="b" t="t" l="l"/>
            <a:pathLst>
              <a:path h="1611780" w="3633110">
                <a:moveTo>
                  <a:pt x="0" y="0"/>
                </a:moveTo>
                <a:lnTo>
                  <a:pt x="3633110" y="0"/>
                </a:lnTo>
                <a:lnTo>
                  <a:pt x="3633110" y="1611780"/>
                </a:lnTo>
                <a:lnTo>
                  <a:pt x="0" y="161178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6864005" y="5068724"/>
            <a:ext cx="5296051" cy="2349521"/>
          </a:xfrm>
          <a:custGeom>
            <a:avLst/>
            <a:gdLst/>
            <a:ahLst/>
            <a:cxnLst/>
            <a:rect r="r" b="b" t="t" l="l"/>
            <a:pathLst>
              <a:path h="2349521" w="5296051">
                <a:moveTo>
                  <a:pt x="0" y="0"/>
                </a:moveTo>
                <a:lnTo>
                  <a:pt x="5296051" y="0"/>
                </a:lnTo>
                <a:lnTo>
                  <a:pt x="5296051" y="2349521"/>
                </a:lnTo>
                <a:lnTo>
                  <a:pt x="0" y="23495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0" y="8013710"/>
            <a:ext cx="3427572" cy="4994641"/>
          </a:xfrm>
          <a:custGeom>
            <a:avLst/>
            <a:gdLst/>
            <a:ahLst/>
            <a:cxnLst/>
            <a:rect r="r" b="b" t="t" l="l"/>
            <a:pathLst>
              <a:path h="4994641" w="3427572">
                <a:moveTo>
                  <a:pt x="0" y="0"/>
                </a:moveTo>
                <a:lnTo>
                  <a:pt x="3427572" y="0"/>
                </a:lnTo>
                <a:lnTo>
                  <a:pt x="3427572" y="4994641"/>
                </a:lnTo>
                <a:lnTo>
                  <a:pt x="0" y="4994641"/>
                </a:lnTo>
                <a:lnTo>
                  <a:pt x="0" y="0"/>
                </a:lnTo>
                <a:close/>
              </a:path>
            </a:pathLst>
          </a:custGeom>
          <a:blipFill>
            <a:blip r:embed="rId4">
              <a:alphaModFix amt="38000"/>
            </a:blip>
            <a:stretch>
              <a:fillRect l="0" t="0" r="0" b="0"/>
            </a:stretch>
          </a:blipFill>
        </p:spPr>
      </p:sp>
      <p:sp>
        <p:nvSpPr>
          <p:cNvPr name="Freeform 8" id="8"/>
          <p:cNvSpPr/>
          <p:nvPr/>
        </p:nvSpPr>
        <p:spPr>
          <a:xfrm flipH="false" flipV="false" rot="0">
            <a:off x="2385921" y="8401218"/>
            <a:ext cx="3427572" cy="4994641"/>
          </a:xfrm>
          <a:custGeom>
            <a:avLst/>
            <a:gdLst/>
            <a:ahLst/>
            <a:cxnLst/>
            <a:rect r="r" b="b" t="t" l="l"/>
            <a:pathLst>
              <a:path h="4994641" w="3427572">
                <a:moveTo>
                  <a:pt x="0" y="0"/>
                </a:moveTo>
                <a:lnTo>
                  <a:pt x="3427572" y="0"/>
                </a:lnTo>
                <a:lnTo>
                  <a:pt x="3427572" y="4994641"/>
                </a:lnTo>
                <a:lnTo>
                  <a:pt x="0" y="4994641"/>
                </a:lnTo>
                <a:lnTo>
                  <a:pt x="0" y="0"/>
                </a:lnTo>
                <a:close/>
              </a:path>
            </a:pathLst>
          </a:custGeom>
          <a:blipFill>
            <a:blip r:embed="rId4">
              <a:alphaModFix amt="38000"/>
            </a:blip>
            <a:stretch>
              <a:fillRect l="0" t="0" r="0" b="0"/>
            </a:stretch>
          </a:blipFill>
        </p:spPr>
      </p:sp>
      <p:sp>
        <p:nvSpPr>
          <p:cNvPr name="Freeform 9" id="9"/>
          <p:cNvSpPr/>
          <p:nvPr/>
        </p:nvSpPr>
        <p:spPr>
          <a:xfrm flipH="false" flipV="false" rot="0">
            <a:off x="5492698" y="8013710"/>
            <a:ext cx="3427572" cy="4994641"/>
          </a:xfrm>
          <a:custGeom>
            <a:avLst/>
            <a:gdLst/>
            <a:ahLst/>
            <a:cxnLst/>
            <a:rect r="r" b="b" t="t" l="l"/>
            <a:pathLst>
              <a:path h="4994641" w="3427572">
                <a:moveTo>
                  <a:pt x="0" y="0"/>
                </a:moveTo>
                <a:lnTo>
                  <a:pt x="3427572" y="0"/>
                </a:lnTo>
                <a:lnTo>
                  <a:pt x="3427572" y="4994641"/>
                </a:lnTo>
                <a:lnTo>
                  <a:pt x="0" y="4994641"/>
                </a:lnTo>
                <a:lnTo>
                  <a:pt x="0" y="0"/>
                </a:lnTo>
                <a:close/>
              </a:path>
            </a:pathLst>
          </a:custGeom>
          <a:blipFill>
            <a:blip r:embed="rId4">
              <a:alphaModFix amt="38000"/>
            </a:blip>
            <a:stretch>
              <a:fillRect l="0" t="0" r="0" b="0"/>
            </a:stretch>
          </a:blipFill>
        </p:spPr>
      </p:sp>
      <p:sp>
        <p:nvSpPr>
          <p:cNvPr name="Freeform 10" id="10"/>
          <p:cNvSpPr/>
          <p:nvPr/>
        </p:nvSpPr>
        <p:spPr>
          <a:xfrm flipH="false" flipV="false" rot="0">
            <a:off x="7878618" y="8401218"/>
            <a:ext cx="3427572" cy="4994641"/>
          </a:xfrm>
          <a:custGeom>
            <a:avLst/>
            <a:gdLst/>
            <a:ahLst/>
            <a:cxnLst/>
            <a:rect r="r" b="b" t="t" l="l"/>
            <a:pathLst>
              <a:path h="4994641" w="3427572">
                <a:moveTo>
                  <a:pt x="0" y="0"/>
                </a:moveTo>
                <a:lnTo>
                  <a:pt x="3427573" y="0"/>
                </a:lnTo>
                <a:lnTo>
                  <a:pt x="3427573" y="4994641"/>
                </a:lnTo>
                <a:lnTo>
                  <a:pt x="0" y="4994641"/>
                </a:lnTo>
                <a:lnTo>
                  <a:pt x="0" y="0"/>
                </a:lnTo>
                <a:close/>
              </a:path>
            </a:pathLst>
          </a:custGeom>
          <a:blipFill>
            <a:blip r:embed="rId4">
              <a:alphaModFix amt="38000"/>
            </a:blip>
            <a:stretch>
              <a:fillRect l="0" t="0" r="0" b="0"/>
            </a:stretch>
          </a:blipFill>
        </p:spPr>
      </p:sp>
      <p:sp>
        <p:nvSpPr>
          <p:cNvPr name="Freeform 11" id="11"/>
          <p:cNvSpPr/>
          <p:nvPr/>
        </p:nvSpPr>
        <p:spPr>
          <a:xfrm flipH="false" flipV="false" rot="0">
            <a:off x="10816202" y="8013710"/>
            <a:ext cx="3427572" cy="4994641"/>
          </a:xfrm>
          <a:custGeom>
            <a:avLst/>
            <a:gdLst/>
            <a:ahLst/>
            <a:cxnLst/>
            <a:rect r="r" b="b" t="t" l="l"/>
            <a:pathLst>
              <a:path h="4994641" w="3427572">
                <a:moveTo>
                  <a:pt x="0" y="0"/>
                </a:moveTo>
                <a:lnTo>
                  <a:pt x="3427572" y="0"/>
                </a:lnTo>
                <a:lnTo>
                  <a:pt x="3427572" y="4994641"/>
                </a:lnTo>
                <a:lnTo>
                  <a:pt x="0" y="4994641"/>
                </a:lnTo>
                <a:lnTo>
                  <a:pt x="0" y="0"/>
                </a:lnTo>
                <a:close/>
              </a:path>
            </a:pathLst>
          </a:custGeom>
          <a:blipFill>
            <a:blip r:embed="rId4">
              <a:alphaModFix amt="38000"/>
            </a:blip>
            <a:stretch>
              <a:fillRect l="0" t="0" r="0" b="0"/>
            </a:stretch>
          </a:blipFill>
        </p:spPr>
      </p:sp>
      <p:sp>
        <p:nvSpPr>
          <p:cNvPr name="Freeform 12" id="12"/>
          <p:cNvSpPr/>
          <p:nvPr/>
        </p:nvSpPr>
        <p:spPr>
          <a:xfrm flipH="false" flipV="false" rot="0">
            <a:off x="13202122" y="8401218"/>
            <a:ext cx="3427572" cy="4994641"/>
          </a:xfrm>
          <a:custGeom>
            <a:avLst/>
            <a:gdLst/>
            <a:ahLst/>
            <a:cxnLst/>
            <a:rect r="r" b="b" t="t" l="l"/>
            <a:pathLst>
              <a:path h="4994641" w="3427572">
                <a:moveTo>
                  <a:pt x="0" y="0"/>
                </a:moveTo>
                <a:lnTo>
                  <a:pt x="3427573" y="0"/>
                </a:lnTo>
                <a:lnTo>
                  <a:pt x="3427573" y="4994641"/>
                </a:lnTo>
                <a:lnTo>
                  <a:pt x="0" y="4994641"/>
                </a:lnTo>
                <a:lnTo>
                  <a:pt x="0" y="0"/>
                </a:lnTo>
                <a:close/>
              </a:path>
            </a:pathLst>
          </a:custGeom>
          <a:blipFill>
            <a:blip r:embed="rId4">
              <a:alphaModFix amt="38000"/>
            </a:blip>
            <a:stretch>
              <a:fillRect l="0" t="0" r="0" b="0"/>
            </a:stretch>
          </a:blipFill>
        </p:spPr>
      </p:sp>
      <p:sp>
        <p:nvSpPr>
          <p:cNvPr name="Freeform 13" id="13"/>
          <p:cNvSpPr/>
          <p:nvPr/>
        </p:nvSpPr>
        <p:spPr>
          <a:xfrm flipH="false" flipV="false" rot="0">
            <a:off x="16308899" y="8013710"/>
            <a:ext cx="3427572" cy="4994641"/>
          </a:xfrm>
          <a:custGeom>
            <a:avLst/>
            <a:gdLst/>
            <a:ahLst/>
            <a:cxnLst/>
            <a:rect r="r" b="b" t="t" l="l"/>
            <a:pathLst>
              <a:path h="4994641" w="3427572">
                <a:moveTo>
                  <a:pt x="0" y="0"/>
                </a:moveTo>
                <a:lnTo>
                  <a:pt x="3427573" y="0"/>
                </a:lnTo>
                <a:lnTo>
                  <a:pt x="3427573" y="4994641"/>
                </a:lnTo>
                <a:lnTo>
                  <a:pt x="0" y="4994641"/>
                </a:lnTo>
                <a:lnTo>
                  <a:pt x="0" y="0"/>
                </a:lnTo>
                <a:close/>
              </a:path>
            </a:pathLst>
          </a:custGeom>
          <a:blipFill>
            <a:blip r:embed="rId4">
              <a:alphaModFix amt="38000"/>
            </a:blip>
            <a:stretch>
              <a:fillRect l="0" t="0" r="0" b="0"/>
            </a:stretch>
          </a:blipFill>
        </p:spPr>
      </p:sp>
      <p:sp>
        <p:nvSpPr>
          <p:cNvPr name="TextBox 14" id="14"/>
          <p:cNvSpPr txBox="true"/>
          <p:nvPr/>
        </p:nvSpPr>
        <p:spPr>
          <a:xfrm rot="0">
            <a:off x="0" y="2001791"/>
            <a:ext cx="18288000" cy="6581139"/>
          </a:xfrm>
          <a:prstGeom prst="rect">
            <a:avLst/>
          </a:prstGeom>
        </p:spPr>
        <p:txBody>
          <a:bodyPr anchor="t" rtlCol="false" tIns="0" lIns="0" bIns="0" rIns="0">
            <a:spAutoFit/>
          </a:bodyPr>
          <a:lstStyle/>
          <a:p>
            <a:pPr algn="ctr">
              <a:lnSpc>
                <a:spcPts val="4760"/>
              </a:lnSpc>
              <a:spcBef>
                <a:spcPct val="0"/>
              </a:spcBef>
            </a:pPr>
            <a:r>
              <a:rPr lang="en-US" sz="3400">
                <a:solidFill>
                  <a:srgbClr val="000000"/>
                </a:solidFill>
                <a:latin typeface="Canva Sans"/>
                <a:ea typeface="Canva Sans"/>
                <a:cs typeface="Canva Sans"/>
                <a:sym typeface="Canva Sans"/>
              </a:rPr>
              <a:t>The Predictive Farming System demonstrates how Data Structures and Algorithms (DSA) can be applied to solve real-world agricultural problems. The program stores crop information using arrays and applies searching and sorting algorithms to analyze environmental conditions such as temperature, rainfall, and soil pH.</a:t>
            </a:r>
          </a:p>
          <a:p>
            <a:pPr algn="ctr">
              <a:lnSpc>
                <a:spcPts val="4760"/>
              </a:lnSpc>
              <a:spcBef>
                <a:spcPct val="0"/>
              </a:spcBef>
            </a:pPr>
            <a:r>
              <a:rPr lang="en-US" sz="3400">
                <a:solidFill>
                  <a:srgbClr val="000000"/>
                </a:solidFill>
                <a:latin typeface="Canva Sans"/>
                <a:ea typeface="Canva Sans"/>
                <a:cs typeface="Canva Sans"/>
                <a:sym typeface="Canva Sans"/>
              </a:rPr>
              <a:t>Based on the given inputs, the system predicts suitable crops that can grow effectively under those conditions. This helps in making better farming decisions and improves crop planning. The sorting feature also organizes crops based on rainfall requirements for easier analysis.</a:t>
            </a:r>
          </a:p>
          <a:p>
            <a:pPr algn="ctr">
              <a:lnSpc>
                <a:spcPts val="4760"/>
              </a:lnSpc>
              <a:spcBef>
                <a:spcPct val="0"/>
              </a:spcBef>
            </a:pPr>
            <a:r>
              <a:rPr lang="en-US" sz="3400">
                <a:solidFill>
                  <a:srgbClr val="000000"/>
                </a:solidFill>
                <a:latin typeface="Canva Sans"/>
                <a:ea typeface="Canva Sans"/>
                <a:cs typeface="Canva Sans"/>
                <a:sym typeface="Canva Sans"/>
              </a:rPr>
              <a:t>Overall, this project shows that using DSA concepts like arrays, searching, and sorting can help create a simple and efficient system for predicting suitable crops and supporting better agricultural productivity.</a:t>
            </a:r>
          </a:p>
        </p:txBody>
      </p:sp>
      <p:sp>
        <p:nvSpPr>
          <p:cNvPr name="TextBox 15" id="15"/>
          <p:cNvSpPr txBox="true"/>
          <p:nvPr/>
        </p:nvSpPr>
        <p:spPr>
          <a:xfrm rot="0">
            <a:off x="276482" y="525686"/>
            <a:ext cx="4914884" cy="887095"/>
          </a:xfrm>
          <a:prstGeom prst="rect">
            <a:avLst/>
          </a:prstGeom>
        </p:spPr>
        <p:txBody>
          <a:bodyPr anchor="t" rtlCol="false" tIns="0" lIns="0" bIns="0" rIns="0">
            <a:spAutoFit/>
          </a:bodyPr>
          <a:lstStyle/>
          <a:p>
            <a:pPr algn="ctr">
              <a:lnSpc>
                <a:spcPts val="7279"/>
              </a:lnSpc>
            </a:pPr>
            <a:r>
              <a:rPr lang="en-US" sz="5199" b="true">
                <a:solidFill>
                  <a:srgbClr val="000000"/>
                </a:solidFill>
                <a:latin typeface="Canva Sans Bold"/>
                <a:ea typeface="Canva Sans Bold"/>
                <a:cs typeface="Canva Sans Bold"/>
                <a:sym typeface="Canva Sans Bold"/>
              </a:rPr>
              <a:t>CONCLUSION:</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FFFD">
                <a:alpha val="100000"/>
              </a:srgbClr>
            </a:gs>
            <a:gs pos="100000">
              <a:srgbClr val="FCFFDA">
                <a:alpha val="100000"/>
              </a:srgbClr>
            </a:gs>
          </a:gsLst>
          <a:lin ang="5400000"/>
        </a:gradFill>
      </p:bgPr>
    </p:bg>
    <p:spTree>
      <p:nvGrpSpPr>
        <p:cNvPr id="1" name=""/>
        <p:cNvGrpSpPr/>
        <p:nvPr/>
      </p:nvGrpSpPr>
      <p:grpSpPr>
        <a:xfrm>
          <a:off x="0" y="0"/>
          <a:ext cx="0" cy="0"/>
          <a:chOff x="0" y="0"/>
          <a:chExt cx="0" cy="0"/>
        </a:xfrm>
      </p:grpSpPr>
      <p:sp>
        <p:nvSpPr>
          <p:cNvPr name="Freeform 2" id="2"/>
          <p:cNvSpPr/>
          <p:nvPr/>
        </p:nvSpPr>
        <p:spPr>
          <a:xfrm flipH="false" flipV="false" rot="0">
            <a:off x="569366" y="-805890"/>
            <a:ext cx="3633110" cy="1611780"/>
          </a:xfrm>
          <a:custGeom>
            <a:avLst/>
            <a:gdLst/>
            <a:ahLst/>
            <a:cxnLst/>
            <a:rect r="r" b="b" t="t" l="l"/>
            <a:pathLst>
              <a:path h="1611780" w="3633110">
                <a:moveTo>
                  <a:pt x="0" y="0"/>
                </a:moveTo>
                <a:lnTo>
                  <a:pt x="3633110" y="0"/>
                </a:lnTo>
                <a:lnTo>
                  <a:pt x="3633110" y="1611780"/>
                </a:lnTo>
                <a:lnTo>
                  <a:pt x="0" y="161178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4267351" y="5143500"/>
            <a:ext cx="5296051" cy="2349521"/>
          </a:xfrm>
          <a:custGeom>
            <a:avLst/>
            <a:gdLst/>
            <a:ahLst/>
            <a:cxnLst/>
            <a:rect r="r" b="b" t="t" l="l"/>
            <a:pathLst>
              <a:path h="2349521" w="5296051">
                <a:moveTo>
                  <a:pt x="0" y="0"/>
                </a:moveTo>
                <a:lnTo>
                  <a:pt x="5296051" y="0"/>
                </a:lnTo>
                <a:lnTo>
                  <a:pt x="5296051" y="2349521"/>
                </a:lnTo>
                <a:lnTo>
                  <a:pt x="0" y="23495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2900531" y="1412781"/>
            <a:ext cx="3760875" cy="1668461"/>
          </a:xfrm>
          <a:custGeom>
            <a:avLst/>
            <a:gdLst/>
            <a:ahLst/>
            <a:cxnLst/>
            <a:rect r="r" b="b" t="t" l="l"/>
            <a:pathLst>
              <a:path h="1668461" w="3760875">
                <a:moveTo>
                  <a:pt x="0" y="0"/>
                </a:moveTo>
                <a:lnTo>
                  <a:pt x="3760875" y="0"/>
                </a:lnTo>
                <a:lnTo>
                  <a:pt x="3760875" y="1668462"/>
                </a:lnTo>
                <a:lnTo>
                  <a:pt x="0" y="166846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6077424" y="222810"/>
            <a:ext cx="3633110" cy="1611780"/>
          </a:xfrm>
          <a:custGeom>
            <a:avLst/>
            <a:gdLst/>
            <a:ahLst/>
            <a:cxnLst/>
            <a:rect r="r" b="b" t="t" l="l"/>
            <a:pathLst>
              <a:path h="1611780" w="3633110">
                <a:moveTo>
                  <a:pt x="0" y="0"/>
                </a:moveTo>
                <a:lnTo>
                  <a:pt x="3633110" y="0"/>
                </a:lnTo>
                <a:lnTo>
                  <a:pt x="3633110" y="1611780"/>
                </a:lnTo>
                <a:lnTo>
                  <a:pt x="0" y="161178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6864005" y="5068724"/>
            <a:ext cx="5296051" cy="2349521"/>
          </a:xfrm>
          <a:custGeom>
            <a:avLst/>
            <a:gdLst/>
            <a:ahLst/>
            <a:cxnLst/>
            <a:rect r="r" b="b" t="t" l="l"/>
            <a:pathLst>
              <a:path h="2349521" w="5296051">
                <a:moveTo>
                  <a:pt x="0" y="0"/>
                </a:moveTo>
                <a:lnTo>
                  <a:pt x="5296051" y="0"/>
                </a:lnTo>
                <a:lnTo>
                  <a:pt x="5296051" y="2349521"/>
                </a:lnTo>
                <a:lnTo>
                  <a:pt x="0" y="23495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0" y="8013710"/>
            <a:ext cx="3427572" cy="4994641"/>
          </a:xfrm>
          <a:custGeom>
            <a:avLst/>
            <a:gdLst/>
            <a:ahLst/>
            <a:cxnLst/>
            <a:rect r="r" b="b" t="t" l="l"/>
            <a:pathLst>
              <a:path h="4994641" w="3427572">
                <a:moveTo>
                  <a:pt x="0" y="0"/>
                </a:moveTo>
                <a:lnTo>
                  <a:pt x="3427572" y="0"/>
                </a:lnTo>
                <a:lnTo>
                  <a:pt x="3427572" y="4994641"/>
                </a:lnTo>
                <a:lnTo>
                  <a:pt x="0" y="4994641"/>
                </a:lnTo>
                <a:lnTo>
                  <a:pt x="0" y="0"/>
                </a:lnTo>
                <a:close/>
              </a:path>
            </a:pathLst>
          </a:custGeom>
          <a:blipFill>
            <a:blip r:embed="rId4">
              <a:alphaModFix amt="38000"/>
            </a:blip>
            <a:stretch>
              <a:fillRect l="0" t="0" r="0" b="0"/>
            </a:stretch>
          </a:blipFill>
        </p:spPr>
      </p:sp>
      <p:sp>
        <p:nvSpPr>
          <p:cNvPr name="Freeform 8" id="8"/>
          <p:cNvSpPr/>
          <p:nvPr/>
        </p:nvSpPr>
        <p:spPr>
          <a:xfrm flipH="false" flipV="false" rot="0">
            <a:off x="2385921" y="8401218"/>
            <a:ext cx="3427572" cy="4994641"/>
          </a:xfrm>
          <a:custGeom>
            <a:avLst/>
            <a:gdLst/>
            <a:ahLst/>
            <a:cxnLst/>
            <a:rect r="r" b="b" t="t" l="l"/>
            <a:pathLst>
              <a:path h="4994641" w="3427572">
                <a:moveTo>
                  <a:pt x="0" y="0"/>
                </a:moveTo>
                <a:lnTo>
                  <a:pt x="3427572" y="0"/>
                </a:lnTo>
                <a:lnTo>
                  <a:pt x="3427572" y="4994641"/>
                </a:lnTo>
                <a:lnTo>
                  <a:pt x="0" y="4994641"/>
                </a:lnTo>
                <a:lnTo>
                  <a:pt x="0" y="0"/>
                </a:lnTo>
                <a:close/>
              </a:path>
            </a:pathLst>
          </a:custGeom>
          <a:blipFill>
            <a:blip r:embed="rId4">
              <a:alphaModFix amt="38000"/>
            </a:blip>
            <a:stretch>
              <a:fillRect l="0" t="0" r="0" b="0"/>
            </a:stretch>
          </a:blipFill>
        </p:spPr>
      </p:sp>
      <p:sp>
        <p:nvSpPr>
          <p:cNvPr name="Freeform 9" id="9"/>
          <p:cNvSpPr/>
          <p:nvPr/>
        </p:nvSpPr>
        <p:spPr>
          <a:xfrm flipH="false" flipV="false" rot="0">
            <a:off x="5492698" y="8013710"/>
            <a:ext cx="3427572" cy="4994641"/>
          </a:xfrm>
          <a:custGeom>
            <a:avLst/>
            <a:gdLst/>
            <a:ahLst/>
            <a:cxnLst/>
            <a:rect r="r" b="b" t="t" l="l"/>
            <a:pathLst>
              <a:path h="4994641" w="3427572">
                <a:moveTo>
                  <a:pt x="0" y="0"/>
                </a:moveTo>
                <a:lnTo>
                  <a:pt x="3427572" y="0"/>
                </a:lnTo>
                <a:lnTo>
                  <a:pt x="3427572" y="4994641"/>
                </a:lnTo>
                <a:lnTo>
                  <a:pt x="0" y="4994641"/>
                </a:lnTo>
                <a:lnTo>
                  <a:pt x="0" y="0"/>
                </a:lnTo>
                <a:close/>
              </a:path>
            </a:pathLst>
          </a:custGeom>
          <a:blipFill>
            <a:blip r:embed="rId4">
              <a:alphaModFix amt="38000"/>
            </a:blip>
            <a:stretch>
              <a:fillRect l="0" t="0" r="0" b="0"/>
            </a:stretch>
          </a:blipFill>
        </p:spPr>
      </p:sp>
      <p:sp>
        <p:nvSpPr>
          <p:cNvPr name="Freeform 10" id="10"/>
          <p:cNvSpPr/>
          <p:nvPr/>
        </p:nvSpPr>
        <p:spPr>
          <a:xfrm flipH="false" flipV="false" rot="0">
            <a:off x="7878618" y="8401218"/>
            <a:ext cx="3427572" cy="4994641"/>
          </a:xfrm>
          <a:custGeom>
            <a:avLst/>
            <a:gdLst/>
            <a:ahLst/>
            <a:cxnLst/>
            <a:rect r="r" b="b" t="t" l="l"/>
            <a:pathLst>
              <a:path h="4994641" w="3427572">
                <a:moveTo>
                  <a:pt x="0" y="0"/>
                </a:moveTo>
                <a:lnTo>
                  <a:pt x="3427573" y="0"/>
                </a:lnTo>
                <a:lnTo>
                  <a:pt x="3427573" y="4994641"/>
                </a:lnTo>
                <a:lnTo>
                  <a:pt x="0" y="4994641"/>
                </a:lnTo>
                <a:lnTo>
                  <a:pt x="0" y="0"/>
                </a:lnTo>
                <a:close/>
              </a:path>
            </a:pathLst>
          </a:custGeom>
          <a:blipFill>
            <a:blip r:embed="rId4">
              <a:alphaModFix amt="38000"/>
            </a:blip>
            <a:stretch>
              <a:fillRect l="0" t="0" r="0" b="0"/>
            </a:stretch>
          </a:blipFill>
        </p:spPr>
      </p:sp>
      <p:sp>
        <p:nvSpPr>
          <p:cNvPr name="Freeform 11" id="11"/>
          <p:cNvSpPr/>
          <p:nvPr/>
        </p:nvSpPr>
        <p:spPr>
          <a:xfrm flipH="false" flipV="false" rot="0">
            <a:off x="10816202" y="8013710"/>
            <a:ext cx="3427572" cy="4994641"/>
          </a:xfrm>
          <a:custGeom>
            <a:avLst/>
            <a:gdLst/>
            <a:ahLst/>
            <a:cxnLst/>
            <a:rect r="r" b="b" t="t" l="l"/>
            <a:pathLst>
              <a:path h="4994641" w="3427572">
                <a:moveTo>
                  <a:pt x="0" y="0"/>
                </a:moveTo>
                <a:lnTo>
                  <a:pt x="3427572" y="0"/>
                </a:lnTo>
                <a:lnTo>
                  <a:pt x="3427572" y="4994641"/>
                </a:lnTo>
                <a:lnTo>
                  <a:pt x="0" y="4994641"/>
                </a:lnTo>
                <a:lnTo>
                  <a:pt x="0" y="0"/>
                </a:lnTo>
                <a:close/>
              </a:path>
            </a:pathLst>
          </a:custGeom>
          <a:blipFill>
            <a:blip r:embed="rId4">
              <a:alphaModFix amt="38000"/>
            </a:blip>
            <a:stretch>
              <a:fillRect l="0" t="0" r="0" b="0"/>
            </a:stretch>
          </a:blipFill>
        </p:spPr>
      </p:sp>
      <p:sp>
        <p:nvSpPr>
          <p:cNvPr name="Freeform 12" id="12"/>
          <p:cNvSpPr/>
          <p:nvPr/>
        </p:nvSpPr>
        <p:spPr>
          <a:xfrm flipH="false" flipV="false" rot="0">
            <a:off x="13202122" y="8401218"/>
            <a:ext cx="3427572" cy="4994641"/>
          </a:xfrm>
          <a:custGeom>
            <a:avLst/>
            <a:gdLst/>
            <a:ahLst/>
            <a:cxnLst/>
            <a:rect r="r" b="b" t="t" l="l"/>
            <a:pathLst>
              <a:path h="4994641" w="3427572">
                <a:moveTo>
                  <a:pt x="0" y="0"/>
                </a:moveTo>
                <a:lnTo>
                  <a:pt x="3427573" y="0"/>
                </a:lnTo>
                <a:lnTo>
                  <a:pt x="3427573" y="4994641"/>
                </a:lnTo>
                <a:lnTo>
                  <a:pt x="0" y="4994641"/>
                </a:lnTo>
                <a:lnTo>
                  <a:pt x="0" y="0"/>
                </a:lnTo>
                <a:close/>
              </a:path>
            </a:pathLst>
          </a:custGeom>
          <a:blipFill>
            <a:blip r:embed="rId4">
              <a:alphaModFix amt="38000"/>
            </a:blip>
            <a:stretch>
              <a:fillRect l="0" t="0" r="0" b="0"/>
            </a:stretch>
          </a:blipFill>
        </p:spPr>
      </p:sp>
      <p:sp>
        <p:nvSpPr>
          <p:cNvPr name="Freeform 13" id="13"/>
          <p:cNvSpPr/>
          <p:nvPr/>
        </p:nvSpPr>
        <p:spPr>
          <a:xfrm flipH="false" flipV="false" rot="0">
            <a:off x="16308899" y="8013710"/>
            <a:ext cx="3427572" cy="4994641"/>
          </a:xfrm>
          <a:custGeom>
            <a:avLst/>
            <a:gdLst/>
            <a:ahLst/>
            <a:cxnLst/>
            <a:rect r="r" b="b" t="t" l="l"/>
            <a:pathLst>
              <a:path h="4994641" w="3427572">
                <a:moveTo>
                  <a:pt x="0" y="0"/>
                </a:moveTo>
                <a:lnTo>
                  <a:pt x="3427573" y="0"/>
                </a:lnTo>
                <a:lnTo>
                  <a:pt x="3427573" y="4994641"/>
                </a:lnTo>
                <a:lnTo>
                  <a:pt x="0" y="4994641"/>
                </a:lnTo>
                <a:lnTo>
                  <a:pt x="0" y="0"/>
                </a:lnTo>
                <a:close/>
              </a:path>
            </a:pathLst>
          </a:custGeom>
          <a:blipFill>
            <a:blip r:embed="rId4">
              <a:alphaModFix amt="38000"/>
            </a:blip>
            <a:stretch>
              <a:fillRect l="0" t="0" r="0" b="0"/>
            </a:stretch>
          </a:blipFill>
        </p:spPr>
      </p:sp>
      <p:sp>
        <p:nvSpPr>
          <p:cNvPr name="Freeform 14" id="14"/>
          <p:cNvSpPr/>
          <p:nvPr/>
        </p:nvSpPr>
        <p:spPr>
          <a:xfrm flipH="false" flipV="false" rot="0">
            <a:off x="1409413" y="1834590"/>
            <a:ext cx="11084353" cy="2162432"/>
          </a:xfrm>
          <a:custGeom>
            <a:avLst/>
            <a:gdLst/>
            <a:ahLst/>
            <a:cxnLst/>
            <a:rect r="r" b="b" t="t" l="l"/>
            <a:pathLst>
              <a:path h="2162432" w="11084353">
                <a:moveTo>
                  <a:pt x="0" y="0"/>
                </a:moveTo>
                <a:lnTo>
                  <a:pt x="11084353" y="0"/>
                </a:lnTo>
                <a:lnTo>
                  <a:pt x="11084353" y="2162432"/>
                </a:lnTo>
                <a:lnTo>
                  <a:pt x="0" y="2162432"/>
                </a:lnTo>
                <a:lnTo>
                  <a:pt x="0" y="0"/>
                </a:lnTo>
                <a:close/>
              </a:path>
            </a:pathLst>
          </a:custGeom>
          <a:blipFill>
            <a:blip r:embed="rId5"/>
            <a:stretch>
              <a:fillRect l="0" t="0" r="0" b="0"/>
            </a:stretch>
          </a:blipFill>
        </p:spPr>
      </p:sp>
      <p:sp>
        <p:nvSpPr>
          <p:cNvPr name="Freeform 15" id="15"/>
          <p:cNvSpPr/>
          <p:nvPr/>
        </p:nvSpPr>
        <p:spPr>
          <a:xfrm flipH="false" flipV="false" rot="0">
            <a:off x="1555854" y="5533523"/>
            <a:ext cx="11301259" cy="2867694"/>
          </a:xfrm>
          <a:custGeom>
            <a:avLst/>
            <a:gdLst/>
            <a:ahLst/>
            <a:cxnLst/>
            <a:rect r="r" b="b" t="t" l="l"/>
            <a:pathLst>
              <a:path h="2867694" w="11301259">
                <a:moveTo>
                  <a:pt x="0" y="0"/>
                </a:moveTo>
                <a:lnTo>
                  <a:pt x="11301259" y="0"/>
                </a:lnTo>
                <a:lnTo>
                  <a:pt x="11301259" y="2867695"/>
                </a:lnTo>
                <a:lnTo>
                  <a:pt x="0" y="2867695"/>
                </a:lnTo>
                <a:lnTo>
                  <a:pt x="0" y="0"/>
                </a:lnTo>
                <a:close/>
              </a:path>
            </a:pathLst>
          </a:custGeom>
          <a:blipFill>
            <a:blip r:embed="rId6"/>
            <a:stretch>
              <a:fillRect l="0" t="0" r="0" b="0"/>
            </a:stretch>
          </a:blipFill>
        </p:spPr>
      </p:sp>
      <p:sp>
        <p:nvSpPr>
          <p:cNvPr name="TextBox 16" id="16"/>
          <p:cNvSpPr txBox="true"/>
          <p:nvPr/>
        </p:nvSpPr>
        <p:spPr>
          <a:xfrm rot="0">
            <a:off x="1409413" y="705167"/>
            <a:ext cx="1953015" cy="580390"/>
          </a:xfrm>
          <a:prstGeom prst="rect">
            <a:avLst/>
          </a:prstGeom>
        </p:spPr>
        <p:txBody>
          <a:bodyPr anchor="t" rtlCol="false" tIns="0" lIns="0" bIns="0" rIns="0">
            <a:spAutoFit/>
          </a:bodyPr>
          <a:lstStyle/>
          <a:p>
            <a:pPr algn="ctr">
              <a:lnSpc>
                <a:spcPts val="4759"/>
              </a:lnSpc>
            </a:pPr>
            <a:r>
              <a:rPr lang="en-US" sz="3399">
                <a:solidFill>
                  <a:srgbClr val="000000"/>
                </a:solidFill>
                <a:latin typeface="Canva Sans"/>
                <a:ea typeface="Canva Sans"/>
                <a:cs typeface="Canva Sans"/>
                <a:sym typeface="Canva Sans"/>
              </a:rPr>
              <a:t>CO-1:</a:t>
            </a:r>
          </a:p>
        </p:txBody>
      </p:sp>
      <p:sp>
        <p:nvSpPr>
          <p:cNvPr name="TextBox 17" id="17"/>
          <p:cNvSpPr txBox="true"/>
          <p:nvPr/>
        </p:nvSpPr>
        <p:spPr>
          <a:xfrm rot="0">
            <a:off x="1817457" y="4563110"/>
            <a:ext cx="1136928" cy="580390"/>
          </a:xfrm>
          <a:prstGeom prst="rect">
            <a:avLst/>
          </a:prstGeom>
        </p:spPr>
        <p:txBody>
          <a:bodyPr anchor="t" rtlCol="false" tIns="0" lIns="0" bIns="0" rIns="0">
            <a:spAutoFit/>
          </a:bodyPr>
          <a:lstStyle/>
          <a:p>
            <a:pPr algn="ctr">
              <a:lnSpc>
                <a:spcPts val="4759"/>
              </a:lnSpc>
            </a:pPr>
            <a:r>
              <a:rPr lang="en-US" sz="3399">
                <a:solidFill>
                  <a:srgbClr val="000000"/>
                </a:solidFill>
                <a:latin typeface="Canva Sans"/>
                <a:ea typeface="Canva Sans"/>
                <a:cs typeface="Canva Sans"/>
                <a:sym typeface="Canva Sans"/>
              </a:rPr>
              <a:t>CO-2:</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FFFD">
                <a:alpha val="100000"/>
              </a:srgbClr>
            </a:gs>
            <a:gs pos="100000">
              <a:srgbClr val="FCFFDA">
                <a:alpha val="100000"/>
              </a:srgbClr>
            </a:gs>
          </a:gsLst>
          <a:lin ang="5400000"/>
        </a:gradFill>
      </p:bgPr>
    </p:bg>
    <p:spTree>
      <p:nvGrpSpPr>
        <p:cNvPr id="1" name=""/>
        <p:cNvGrpSpPr/>
        <p:nvPr/>
      </p:nvGrpSpPr>
      <p:grpSpPr>
        <a:xfrm>
          <a:off x="0" y="0"/>
          <a:ext cx="0" cy="0"/>
          <a:chOff x="0" y="0"/>
          <a:chExt cx="0" cy="0"/>
        </a:xfrm>
      </p:grpSpPr>
      <p:sp>
        <p:nvSpPr>
          <p:cNvPr name="Freeform 2" id="2"/>
          <p:cNvSpPr/>
          <p:nvPr/>
        </p:nvSpPr>
        <p:spPr>
          <a:xfrm flipH="false" flipV="false" rot="0">
            <a:off x="569366" y="-805890"/>
            <a:ext cx="3633110" cy="1611780"/>
          </a:xfrm>
          <a:custGeom>
            <a:avLst/>
            <a:gdLst/>
            <a:ahLst/>
            <a:cxnLst/>
            <a:rect r="r" b="b" t="t" l="l"/>
            <a:pathLst>
              <a:path h="1611780" w="3633110">
                <a:moveTo>
                  <a:pt x="0" y="0"/>
                </a:moveTo>
                <a:lnTo>
                  <a:pt x="3633110" y="0"/>
                </a:lnTo>
                <a:lnTo>
                  <a:pt x="3633110" y="1611780"/>
                </a:lnTo>
                <a:lnTo>
                  <a:pt x="0" y="161178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4267351" y="5143500"/>
            <a:ext cx="5296051" cy="2349521"/>
          </a:xfrm>
          <a:custGeom>
            <a:avLst/>
            <a:gdLst/>
            <a:ahLst/>
            <a:cxnLst/>
            <a:rect r="r" b="b" t="t" l="l"/>
            <a:pathLst>
              <a:path h="2349521" w="5296051">
                <a:moveTo>
                  <a:pt x="0" y="0"/>
                </a:moveTo>
                <a:lnTo>
                  <a:pt x="5296051" y="0"/>
                </a:lnTo>
                <a:lnTo>
                  <a:pt x="5296051" y="2349521"/>
                </a:lnTo>
                <a:lnTo>
                  <a:pt x="0" y="23495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2900531" y="1412781"/>
            <a:ext cx="3760875" cy="1668461"/>
          </a:xfrm>
          <a:custGeom>
            <a:avLst/>
            <a:gdLst/>
            <a:ahLst/>
            <a:cxnLst/>
            <a:rect r="r" b="b" t="t" l="l"/>
            <a:pathLst>
              <a:path h="1668461" w="3760875">
                <a:moveTo>
                  <a:pt x="0" y="0"/>
                </a:moveTo>
                <a:lnTo>
                  <a:pt x="3760875" y="0"/>
                </a:lnTo>
                <a:lnTo>
                  <a:pt x="3760875" y="1668462"/>
                </a:lnTo>
                <a:lnTo>
                  <a:pt x="0" y="166846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6077424" y="222810"/>
            <a:ext cx="3633110" cy="1611780"/>
          </a:xfrm>
          <a:custGeom>
            <a:avLst/>
            <a:gdLst/>
            <a:ahLst/>
            <a:cxnLst/>
            <a:rect r="r" b="b" t="t" l="l"/>
            <a:pathLst>
              <a:path h="1611780" w="3633110">
                <a:moveTo>
                  <a:pt x="0" y="0"/>
                </a:moveTo>
                <a:lnTo>
                  <a:pt x="3633110" y="0"/>
                </a:lnTo>
                <a:lnTo>
                  <a:pt x="3633110" y="1611780"/>
                </a:lnTo>
                <a:lnTo>
                  <a:pt x="0" y="161178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6864005" y="5068724"/>
            <a:ext cx="5296051" cy="2349521"/>
          </a:xfrm>
          <a:custGeom>
            <a:avLst/>
            <a:gdLst/>
            <a:ahLst/>
            <a:cxnLst/>
            <a:rect r="r" b="b" t="t" l="l"/>
            <a:pathLst>
              <a:path h="2349521" w="5296051">
                <a:moveTo>
                  <a:pt x="0" y="0"/>
                </a:moveTo>
                <a:lnTo>
                  <a:pt x="5296051" y="0"/>
                </a:lnTo>
                <a:lnTo>
                  <a:pt x="5296051" y="2349521"/>
                </a:lnTo>
                <a:lnTo>
                  <a:pt x="0" y="23495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0" y="8013710"/>
            <a:ext cx="3427572" cy="4994641"/>
          </a:xfrm>
          <a:custGeom>
            <a:avLst/>
            <a:gdLst/>
            <a:ahLst/>
            <a:cxnLst/>
            <a:rect r="r" b="b" t="t" l="l"/>
            <a:pathLst>
              <a:path h="4994641" w="3427572">
                <a:moveTo>
                  <a:pt x="0" y="0"/>
                </a:moveTo>
                <a:lnTo>
                  <a:pt x="3427572" y="0"/>
                </a:lnTo>
                <a:lnTo>
                  <a:pt x="3427572" y="4994641"/>
                </a:lnTo>
                <a:lnTo>
                  <a:pt x="0" y="4994641"/>
                </a:lnTo>
                <a:lnTo>
                  <a:pt x="0" y="0"/>
                </a:lnTo>
                <a:close/>
              </a:path>
            </a:pathLst>
          </a:custGeom>
          <a:blipFill>
            <a:blip r:embed="rId4">
              <a:alphaModFix amt="38000"/>
            </a:blip>
            <a:stretch>
              <a:fillRect l="0" t="0" r="0" b="0"/>
            </a:stretch>
          </a:blipFill>
        </p:spPr>
      </p:sp>
      <p:sp>
        <p:nvSpPr>
          <p:cNvPr name="Freeform 8" id="8"/>
          <p:cNvSpPr/>
          <p:nvPr/>
        </p:nvSpPr>
        <p:spPr>
          <a:xfrm flipH="false" flipV="false" rot="0">
            <a:off x="2385921" y="8401218"/>
            <a:ext cx="3427572" cy="4994641"/>
          </a:xfrm>
          <a:custGeom>
            <a:avLst/>
            <a:gdLst/>
            <a:ahLst/>
            <a:cxnLst/>
            <a:rect r="r" b="b" t="t" l="l"/>
            <a:pathLst>
              <a:path h="4994641" w="3427572">
                <a:moveTo>
                  <a:pt x="0" y="0"/>
                </a:moveTo>
                <a:lnTo>
                  <a:pt x="3427572" y="0"/>
                </a:lnTo>
                <a:lnTo>
                  <a:pt x="3427572" y="4994641"/>
                </a:lnTo>
                <a:lnTo>
                  <a:pt x="0" y="4994641"/>
                </a:lnTo>
                <a:lnTo>
                  <a:pt x="0" y="0"/>
                </a:lnTo>
                <a:close/>
              </a:path>
            </a:pathLst>
          </a:custGeom>
          <a:blipFill>
            <a:blip r:embed="rId4">
              <a:alphaModFix amt="38000"/>
            </a:blip>
            <a:stretch>
              <a:fillRect l="0" t="0" r="0" b="0"/>
            </a:stretch>
          </a:blipFill>
        </p:spPr>
      </p:sp>
      <p:sp>
        <p:nvSpPr>
          <p:cNvPr name="Freeform 9" id="9"/>
          <p:cNvSpPr/>
          <p:nvPr/>
        </p:nvSpPr>
        <p:spPr>
          <a:xfrm flipH="false" flipV="false" rot="0">
            <a:off x="5492698" y="8013710"/>
            <a:ext cx="3427572" cy="4994641"/>
          </a:xfrm>
          <a:custGeom>
            <a:avLst/>
            <a:gdLst/>
            <a:ahLst/>
            <a:cxnLst/>
            <a:rect r="r" b="b" t="t" l="l"/>
            <a:pathLst>
              <a:path h="4994641" w="3427572">
                <a:moveTo>
                  <a:pt x="0" y="0"/>
                </a:moveTo>
                <a:lnTo>
                  <a:pt x="3427572" y="0"/>
                </a:lnTo>
                <a:lnTo>
                  <a:pt x="3427572" y="4994641"/>
                </a:lnTo>
                <a:lnTo>
                  <a:pt x="0" y="4994641"/>
                </a:lnTo>
                <a:lnTo>
                  <a:pt x="0" y="0"/>
                </a:lnTo>
                <a:close/>
              </a:path>
            </a:pathLst>
          </a:custGeom>
          <a:blipFill>
            <a:blip r:embed="rId4">
              <a:alphaModFix amt="38000"/>
            </a:blip>
            <a:stretch>
              <a:fillRect l="0" t="0" r="0" b="0"/>
            </a:stretch>
          </a:blipFill>
        </p:spPr>
      </p:sp>
      <p:sp>
        <p:nvSpPr>
          <p:cNvPr name="Freeform 10" id="10"/>
          <p:cNvSpPr/>
          <p:nvPr/>
        </p:nvSpPr>
        <p:spPr>
          <a:xfrm flipH="false" flipV="false" rot="0">
            <a:off x="7878618" y="8401218"/>
            <a:ext cx="3427572" cy="4994641"/>
          </a:xfrm>
          <a:custGeom>
            <a:avLst/>
            <a:gdLst/>
            <a:ahLst/>
            <a:cxnLst/>
            <a:rect r="r" b="b" t="t" l="l"/>
            <a:pathLst>
              <a:path h="4994641" w="3427572">
                <a:moveTo>
                  <a:pt x="0" y="0"/>
                </a:moveTo>
                <a:lnTo>
                  <a:pt x="3427573" y="0"/>
                </a:lnTo>
                <a:lnTo>
                  <a:pt x="3427573" y="4994641"/>
                </a:lnTo>
                <a:lnTo>
                  <a:pt x="0" y="4994641"/>
                </a:lnTo>
                <a:lnTo>
                  <a:pt x="0" y="0"/>
                </a:lnTo>
                <a:close/>
              </a:path>
            </a:pathLst>
          </a:custGeom>
          <a:blipFill>
            <a:blip r:embed="rId4">
              <a:alphaModFix amt="38000"/>
            </a:blip>
            <a:stretch>
              <a:fillRect l="0" t="0" r="0" b="0"/>
            </a:stretch>
          </a:blipFill>
        </p:spPr>
      </p:sp>
      <p:sp>
        <p:nvSpPr>
          <p:cNvPr name="Freeform 11" id="11"/>
          <p:cNvSpPr/>
          <p:nvPr/>
        </p:nvSpPr>
        <p:spPr>
          <a:xfrm flipH="false" flipV="false" rot="0">
            <a:off x="10816202" y="8013710"/>
            <a:ext cx="3427572" cy="4994641"/>
          </a:xfrm>
          <a:custGeom>
            <a:avLst/>
            <a:gdLst/>
            <a:ahLst/>
            <a:cxnLst/>
            <a:rect r="r" b="b" t="t" l="l"/>
            <a:pathLst>
              <a:path h="4994641" w="3427572">
                <a:moveTo>
                  <a:pt x="0" y="0"/>
                </a:moveTo>
                <a:lnTo>
                  <a:pt x="3427572" y="0"/>
                </a:lnTo>
                <a:lnTo>
                  <a:pt x="3427572" y="4994641"/>
                </a:lnTo>
                <a:lnTo>
                  <a:pt x="0" y="4994641"/>
                </a:lnTo>
                <a:lnTo>
                  <a:pt x="0" y="0"/>
                </a:lnTo>
                <a:close/>
              </a:path>
            </a:pathLst>
          </a:custGeom>
          <a:blipFill>
            <a:blip r:embed="rId4">
              <a:alphaModFix amt="38000"/>
            </a:blip>
            <a:stretch>
              <a:fillRect l="0" t="0" r="0" b="0"/>
            </a:stretch>
          </a:blipFill>
        </p:spPr>
      </p:sp>
      <p:sp>
        <p:nvSpPr>
          <p:cNvPr name="Freeform 12" id="12"/>
          <p:cNvSpPr/>
          <p:nvPr/>
        </p:nvSpPr>
        <p:spPr>
          <a:xfrm flipH="false" flipV="false" rot="0">
            <a:off x="13202122" y="8401218"/>
            <a:ext cx="3427572" cy="4994641"/>
          </a:xfrm>
          <a:custGeom>
            <a:avLst/>
            <a:gdLst/>
            <a:ahLst/>
            <a:cxnLst/>
            <a:rect r="r" b="b" t="t" l="l"/>
            <a:pathLst>
              <a:path h="4994641" w="3427572">
                <a:moveTo>
                  <a:pt x="0" y="0"/>
                </a:moveTo>
                <a:lnTo>
                  <a:pt x="3427573" y="0"/>
                </a:lnTo>
                <a:lnTo>
                  <a:pt x="3427573" y="4994641"/>
                </a:lnTo>
                <a:lnTo>
                  <a:pt x="0" y="4994641"/>
                </a:lnTo>
                <a:lnTo>
                  <a:pt x="0" y="0"/>
                </a:lnTo>
                <a:close/>
              </a:path>
            </a:pathLst>
          </a:custGeom>
          <a:blipFill>
            <a:blip r:embed="rId4">
              <a:alphaModFix amt="38000"/>
            </a:blip>
            <a:stretch>
              <a:fillRect l="0" t="0" r="0" b="0"/>
            </a:stretch>
          </a:blipFill>
        </p:spPr>
      </p:sp>
      <p:sp>
        <p:nvSpPr>
          <p:cNvPr name="Freeform 13" id="13"/>
          <p:cNvSpPr/>
          <p:nvPr/>
        </p:nvSpPr>
        <p:spPr>
          <a:xfrm flipH="false" flipV="false" rot="0">
            <a:off x="16308899" y="8013710"/>
            <a:ext cx="3427572" cy="4994641"/>
          </a:xfrm>
          <a:custGeom>
            <a:avLst/>
            <a:gdLst/>
            <a:ahLst/>
            <a:cxnLst/>
            <a:rect r="r" b="b" t="t" l="l"/>
            <a:pathLst>
              <a:path h="4994641" w="3427572">
                <a:moveTo>
                  <a:pt x="0" y="0"/>
                </a:moveTo>
                <a:lnTo>
                  <a:pt x="3427573" y="0"/>
                </a:lnTo>
                <a:lnTo>
                  <a:pt x="3427573" y="4994641"/>
                </a:lnTo>
                <a:lnTo>
                  <a:pt x="0" y="4994641"/>
                </a:lnTo>
                <a:lnTo>
                  <a:pt x="0" y="0"/>
                </a:lnTo>
                <a:close/>
              </a:path>
            </a:pathLst>
          </a:custGeom>
          <a:blipFill>
            <a:blip r:embed="rId4">
              <a:alphaModFix amt="38000"/>
            </a:blip>
            <a:stretch>
              <a:fillRect l="0" t="0" r="0" b="0"/>
            </a:stretch>
          </a:blipFill>
        </p:spPr>
      </p:sp>
      <p:sp>
        <p:nvSpPr>
          <p:cNvPr name="Freeform 14" id="14"/>
          <p:cNvSpPr/>
          <p:nvPr/>
        </p:nvSpPr>
        <p:spPr>
          <a:xfrm flipH="false" flipV="false" rot="0">
            <a:off x="1555854" y="1522412"/>
            <a:ext cx="10414715" cy="3364230"/>
          </a:xfrm>
          <a:custGeom>
            <a:avLst/>
            <a:gdLst/>
            <a:ahLst/>
            <a:cxnLst/>
            <a:rect r="r" b="b" t="t" l="l"/>
            <a:pathLst>
              <a:path h="3364230" w="10414715">
                <a:moveTo>
                  <a:pt x="0" y="0"/>
                </a:moveTo>
                <a:lnTo>
                  <a:pt x="10414716" y="0"/>
                </a:lnTo>
                <a:lnTo>
                  <a:pt x="10414716" y="3364230"/>
                </a:lnTo>
                <a:lnTo>
                  <a:pt x="0" y="3364230"/>
                </a:lnTo>
                <a:lnTo>
                  <a:pt x="0" y="0"/>
                </a:lnTo>
                <a:close/>
              </a:path>
            </a:pathLst>
          </a:custGeom>
          <a:blipFill>
            <a:blip r:embed="rId5"/>
            <a:stretch>
              <a:fillRect l="0" t="-13634" r="0" b="-13634"/>
            </a:stretch>
          </a:blipFill>
        </p:spPr>
      </p:sp>
      <p:sp>
        <p:nvSpPr>
          <p:cNvPr name="Freeform 15" id="15"/>
          <p:cNvSpPr/>
          <p:nvPr/>
        </p:nvSpPr>
        <p:spPr>
          <a:xfrm flipH="false" flipV="false" rot="0">
            <a:off x="1464782" y="6090347"/>
            <a:ext cx="11301259" cy="2655796"/>
          </a:xfrm>
          <a:custGeom>
            <a:avLst/>
            <a:gdLst/>
            <a:ahLst/>
            <a:cxnLst/>
            <a:rect r="r" b="b" t="t" l="l"/>
            <a:pathLst>
              <a:path h="2655796" w="11301259">
                <a:moveTo>
                  <a:pt x="0" y="0"/>
                </a:moveTo>
                <a:lnTo>
                  <a:pt x="11301259" y="0"/>
                </a:lnTo>
                <a:lnTo>
                  <a:pt x="11301259" y="2655796"/>
                </a:lnTo>
                <a:lnTo>
                  <a:pt x="0" y="2655796"/>
                </a:lnTo>
                <a:lnTo>
                  <a:pt x="0" y="0"/>
                </a:lnTo>
                <a:close/>
              </a:path>
            </a:pathLst>
          </a:custGeom>
          <a:blipFill>
            <a:blip r:embed="rId6"/>
            <a:stretch>
              <a:fillRect l="0" t="0" r="0" b="0"/>
            </a:stretch>
          </a:blipFill>
        </p:spPr>
      </p:sp>
      <p:sp>
        <p:nvSpPr>
          <p:cNvPr name="TextBox 16" id="16"/>
          <p:cNvSpPr txBox="true"/>
          <p:nvPr/>
        </p:nvSpPr>
        <p:spPr>
          <a:xfrm rot="0">
            <a:off x="1399888" y="482357"/>
            <a:ext cx="1953015" cy="580390"/>
          </a:xfrm>
          <a:prstGeom prst="rect">
            <a:avLst/>
          </a:prstGeom>
        </p:spPr>
        <p:txBody>
          <a:bodyPr anchor="t" rtlCol="false" tIns="0" lIns="0" bIns="0" rIns="0">
            <a:spAutoFit/>
          </a:bodyPr>
          <a:lstStyle/>
          <a:p>
            <a:pPr algn="ctr">
              <a:lnSpc>
                <a:spcPts val="4759"/>
              </a:lnSpc>
            </a:pPr>
            <a:r>
              <a:rPr lang="en-US" sz="3399">
                <a:solidFill>
                  <a:srgbClr val="000000"/>
                </a:solidFill>
                <a:latin typeface="Canva Sans"/>
                <a:ea typeface="Canva Sans"/>
                <a:cs typeface="Canva Sans"/>
                <a:sym typeface="Canva Sans"/>
              </a:rPr>
              <a:t>CO-3:</a:t>
            </a:r>
          </a:p>
        </p:txBody>
      </p:sp>
      <p:sp>
        <p:nvSpPr>
          <p:cNvPr name="TextBox 17" id="17"/>
          <p:cNvSpPr txBox="true"/>
          <p:nvPr/>
        </p:nvSpPr>
        <p:spPr>
          <a:xfrm rot="0">
            <a:off x="1713786" y="5164962"/>
            <a:ext cx="1179790" cy="580390"/>
          </a:xfrm>
          <a:prstGeom prst="rect">
            <a:avLst/>
          </a:prstGeom>
        </p:spPr>
        <p:txBody>
          <a:bodyPr anchor="t" rtlCol="false" tIns="0" lIns="0" bIns="0" rIns="0">
            <a:spAutoFit/>
          </a:bodyPr>
          <a:lstStyle/>
          <a:p>
            <a:pPr algn="ctr">
              <a:lnSpc>
                <a:spcPts val="4759"/>
              </a:lnSpc>
            </a:pPr>
            <a:r>
              <a:rPr lang="en-US" sz="3399">
                <a:solidFill>
                  <a:srgbClr val="000000"/>
                </a:solidFill>
                <a:latin typeface="Canva Sans"/>
                <a:ea typeface="Canva Sans"/>
                <a:cs typeface="Canva Sans"/>
                <a:sym typeface="Canva Sans"/>
              </a:rPr>
              <a:t>CO-4:</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FFFD">
                <a:alpha val="100000"/>
              </a:srgbClr>
            </a:gs>
            <a:gs pos="100000">
              <a:srgbClr val="FCFFDA">
                <a:alpha val="100000"/>
              </a:srgbClr>
            </a:gs>
          </a:gsLst>
          <a:lin ang="5400000"/>
        </a:gradFill>
      </p:bgPr>
    </p:bg>
    <p:spTree>
      <p:nvGrpSpPr>
        <p:cNvPr id="1" name=""/>
        <p:cNvGrpSpPr/>
        <p:nvPr/>
      </p:nvGrpSpPr>
      <p:grpSpPr>
        <a:xfrm>
          <a:off x="0" y="0"/>
          <a:ext cx="0" cy="0"/>
          <a:chOff x="0" y="0"/>
          <a:chExt cx="0" cy="0"/>
        </a:xfrm>
      </p:grpSpPr>
      <p:sp>
        <p:nvSpPr>
          <p:cNvPr name="Freeform 2" id="2"/>
          <p:cNvSpPr/>
          <p:nvPr/>
        </p:nvSpPr>
        <p:spPr>
          <a:xfrm flipH="false" flipV="false" rot="0">
            <a:off x="569366" y="-805890"/>
            <a:ext cx="3633110" cy="1611780"/>
          </a:xfrm>
          <a:custGeom>
            <a:avLst/>
            <a:gdLst/>
            <a:ahLst/>
            <a:cxnLst/>
            <a:rect r="r" b="b" t="t" l="l"/>
            <a:pathLst>
              <a:path h="1611780" w="3633110">
                <a:moveTo>
                  <a:pt x="0" y="0"/>
                </a:moveTo>
                <a:lnTo>
                  <a:pt x="3633110" y="0"/>
                </a:lnTo>
                <a:lnTo>
                  <a:pt x="3633110" y="1611780"/>
                </a:lnTo>
                <a:lnTo>
                  <a:pt x="0" y="161178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4267351" y="5143500"/>
            <a:ext cx="5296051" cy="2349521"/>
          </a:xfrm>
          <a:custGeom>
            <a:avLst/>
            <a:gdLst/>
            <a:ahLst/>
            <a:cxnLst/>
            <a:rect r="r" b="b" t="t" l="l"/>
            <a:pathLst>
              <a:path h="2349521" w="5296051">
                <a:moveTo>
                  <a:pt x="0" y="0"/>
                </a:moveTo>
                <a:lnTo>
                  <a:pt x="5296051" y="0"/>
                </a:lnTo>
                <a:lnTo>
                  <a:pt x="5296051" y="2349521"/>
                </a:lnTo>
                <a:lnTo>
                  <a:pt x="0" y="23495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2900531" y="1412781"/>
            <a:ext cx="3760875" cy="1668461"/>
          </a:xfrm>
          <a:custGeom>
            <a:avLst/>
            <a:gdLst/>
            <a:ahLst/>
            <a:cxnLst/>
            <a:rect r="r" b="b" t="t" l="l"/>
            <a:pathLst>
              <a:path h="1668461" w="3760875">
                <a:moveTo>
                  <a:pt x="0" y="0"/>
                </a:moveTo>
                <a:lnTo>
                  <a:pt x="3760875" y="0"/>
                </a:lnTo>
                <a:lnTo>
                  <a:pt x="3760875" y="1668462"/>
                </a:lnTo>
                <a:lnTo>
                  <a:pt x="0" y="166846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6077424" y="222810"/>
            <a:ext cx="3633110" cy="1611780"/>
          </a:xfrm>
          <a:custGeom>
            <a:avLst/>
            <a:gdLst/>
            <a:ahLst/>
            <a:cxnLst/>
            <a:rect r="r" b="b" t="t" l="l"/>
            <a:pathLst>
              <a:path h="1611780" w="3633110">
                <a:moveTo>
                  <a:pt x="0" y="0"/>
                </a:moveTo>
                <a:lnTo>
                  <a:pt x="3633110" y="0"/>
                </a:lnTo>
                <a:lnTo>
                  <a:pt x="3633110" y="1611780"/>
                </a:lnTo>
                <a:lnTo>
                  <a:pt x="0" y="161178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6864005" y="5068724"/>
            <a:ext cx="5296051" cy="2349521"/>
          </a:xfrm>
          <a:custGeom>
            <a:avLst/>
            <a:gdLst/>
            <a:ahLst/>
            <a:cxnLst/>
            <a:rect r="r" b="b" t="t" l="l"/>
            <a:pathLst>
              <a:path h="2349521" w="5296051">
                <a:moveTo>
                  <a:pt x="0" y="0"/>
                </a:moveTo>
                <a:lnTo>
                  <a:pt x="5296051" y="0"/>
                </a:lnTo>
                <a:lnTo>
                  <a:pt x="5296051" y="2349521"/>
                </a:lnTo>
                <a:lnTo>
                  <a:pt x="0" y="23495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0" y="8013710"/>
            <a:ext cx="3427572" cy="4994641"/>
          </a:xfrm>
          <a:custGeom>
            <a:avLst/>
            <a:gdLst/>
            <a:ahLst/>
            <a:cxnLst/>
            <a:rect r="r" b="b" t="t" l="l"/>
            <a:pathLst>
              <a:path h="4994641" w="3427572">
                <a:moveTo>
                  <a:pt x="0" y="0"/>
                </a:moveTo>
                <a:lnTo>
                  <a:pt x="3427572" y="0"/>
                </a:lnTo>
                <a:lnTo>
                  <a:pt x="3427572" y="4994641"/>
                </a:lnTo>
                <a:lnTo>
                  <a:pt x="0" y="4994641"/>
                </a:lnTo>
                <a:lnTo>
                  <a:pt x="0" y="0"/>
                </a:lnTo>
                <a:close/>
              </a:path>
            </a:pathLst>
          </a:custGeom>
          <a:blipFill>
            <a:blip r:embed="rId4">
              <a:alphaModFix amt="38000"/>
            </a:blip>
            <a:stretch>
              <a:fillRect l="0" t="0" r="0" b="0"/>
            </a:stretch>
          </a:blipFill>
        </p:spPr>
      </p:sp>
      <p:sp>
        <p:nvSpPr>
          <p:cNvPr name="Freeform 8" id="8"/>
          <p:cNvSpPr/>
          <p:nvPr/>
        </p:nvSpPr>
        <p:spPr>
          <a:xfrm flipH="false" flipV="false" rot="0">
            <a:off x="2385921" y="8401218"/>
            <a:ext cx="3427572" cy="4994641"/>
          </a:xfrm>
          <a:custGeom>
            <a:avLst/>
            <a:gdLst/>
            <a:ahLst/>
            <a:cxnLst/>
            <a:rect r="r" b="b" t="t" l="l"/>
            <a:pathLst>
              <a:path h="4994641" w="3427572">
                <a:moveTo>
                  <a:pt x="0" y="0"/>
                </a:moveTo>
                <a:lnTo>
                  <a:pt x="3427572" y="0"/>
                </a:lnTo>
                <a:lnTo>
                  <a:pt x="3427572" y="4994641"/>
                </a:lnTo>
                <a:lnTo>
                  <a:pt x="0" y="4994641"/>
                </a:lnTo>
                <a:lnTo>
                  <a:pt x="0" y="0"/>
                </a:lnTo>
                <a:close/>
              </a:path>
            </a:pathLst>
          </a:custGeom>
          <a:blipFill>
            <a:blip r:embed="rId4">
              <a:alphaModFix amt="38000"/>
            </a:blip>
            <a:stretch>
              <a:fillRect l="0" t="0" r="0" b="0"/>
            </a:stretch>
          </a:blipFill>
        </p:spPr>
      </p:sp>
      <p:sp>
        <p:nvSpPr>
          <p:cNvPr name="Freeform 9" id="9"/>
          <p:cNvSpPr/>
          <p:nvPr/>
        </p:nvSpPr>
        <p:spPr>
          <a:xfrm flipH="false" flipV="false" rot="0">
            <a:off x="5492698" y="8013710"/>
            <a:ext cx="3427572" cy="4994641"/>
          </a:xfrm>
          <a:custGeom>
            <a:avLst/>
            <a:gdLst/>
            <a:ahLst/>
            <a:cxnLst/>
            <a:rect r="r" b="b" t="t" l="l"/>
            <a:pathLst>
              <a:path h="4994641" w="3427572">
                <a:moveTo>
                  <a:pt x="0" y="0"/>
                </a:moveTo>
                <a:lnTo>
                  <a:pt x="3427572" y="0"/>
                </a:lnTo>
                <a:lnTo>
                  <a:pt x="3427572" y="4994641"/>
                </a:lnTo>
                <a:lnTo>
                  <a:pt x="0" y="4994641"/>
                </a:lnTo>
                <a:lnTo>
                  <a:pt x="0" y="0"/>
                </a:lnTo>
                <a:close/>
              </a:path>
            </a:pathLst>
          </a:custGeom>
          <a:blipFill>
            <a:blip r:embed="rId4">
              <a:alphaModFix amt="38000"/>
            </a:blip>
            <a:stretch>
              <a:fillRect l="0" t="0" r="0" b="0"/>
            </a:stretch>
          </a:blipFill>
        </p:spPr>
      </p:sp>
      <p:sp>
        <p:nvSpPr>
          <p:cNvPr name="Freeform 10" id="10"/>
          <p:cNvSpPr/>
          <p:nvPr/>
        </p:nvSpPr>
        <p:spPr>
          <a:xfrm flipH="false" flipV="false" rot="0">
            <a:off x="7878618" y="8401218"/>
            <a:ext cx="3427572" cy="4994641"/>
          </a:xfrm>
          <a:custGeom>
            <a:avLst/>
            <a:gdLst/>
            <a:ahLst/>
            <a:cxnLst/>
            <a:rect r="r" b="b" t="t" l="l"/>
            <a:pathLst>
              <a:path h="4994641" w="3427572">
                <a:moveTo>
                  <a:pt x="0" y="0"/>
                </a:moveTo>
                <a:lnTo>
                  <a:pt x="3427573" y="0"/>
                </a:lnTo>
                <a:lnTo>
                  <a:pt x="3427573" y="4994641"/>
                </a:lnTo>
                <a:lnTo>
                  <a:pt x="0" y="4994641"/>
                </a:lnTo>
                <a:lnTo>
                  <a:pt x="0" y="0"/>
                </a:lnTo>
                <a:close/>
              </a:path>
            </a:pathLst>
          </a:custGeom>
          <a:blipFill>
            <a:blip r:embed="rId4">
              <a:alphaModFix amt="38000"/>
            </a:blip>
            <a:stretch>
              <a:fillRect l="0" t="0" r="0" b="0"/>
            </a:stretch>
          </a:blipFill>
        </p:spPr>
      </p:sp>
      <p:sp>
        <p:nvSpPr>
          <p:cNvPr name="Freeform 11" id="11"/>
          <p:cNvSpPr/>
          <p:nvPr/>
        </p:nvSpPr>
        <p:spPr>
          <a:xfrm flipH="false" flipV="false" rot="0">
            <a:off x="10816202" y="8013710"/>
            <a:ext cx="3427572" cy="4994641"/>
          </a:xfrm>
          <a:custGeom>
            <a:avLst/>
            <a:gdLst/>
            <a:ahLst/>
            <a:cxnLst/>
            <a:rect r="r" b="b" t="t" l="l"/>
            <a:pathLst>
              <a:path h="4994641" w="3427572">
                <a:moveTo>
                  <a:pt x="0" y="0"/>
                </a:moveTo>
                <a:lnTo>
                  <a:pt x="3427572" y="0"/>
                </a:lnTo>
                <a:lnTo>
                  <a:pt x="3427572" y="4994641"/>
                </a:lnTo>
                <a:lnTo>
                  <a:pt x="0" y="4994641"/>
                </a:lnTo>
                <a:lnTo>
                  <a:pt x="0" y="0"/>
                </a:lnTo>
                <a:close/>
              </a:path>
            </a:pathLst>
          </a:custGeom>
          <a:blipFill>
            <a:blip r:embed="rId4">
              <a:alphaModFix amt="38000"/>
            </a:blip>
            <a:stretch>
              <a:fillRect l="0" t="0" r="0" b="0"/>
            </a:stretch>
          </a:blipFill>
        </p:spPr>
      </p:sp>
      <p:sp>
        <p:nvSpPr>
          <p:cNvPr name="Freeform 12" id="12"/>
          <p:cNvSpPr/>
          <p:nvPr/>
        </p:nvSpPr>
        <p:spPr>
          <a:xfrm flipH="false" flipV="false" rot="0">
            <a:off x="13202122" y="8401218"/>
            <a:ext cx="3427572" cy="4994641"/>
          </a:xfrm>
          <a:custGeom>
            <a:avLst/>
            <a:gdLst/>
            <a:ahLst/>
            <a:cxnLst/>
            <a:rect r="r" b="b" t="t" l="l"/>
            <a:pathLst>
              <a:path h="4994641" w="3427572">
                <a:moveTo>
                  <a:pt x="0" y="0"/>
                </a:moveTo>
                <a:lnTo>
                  <a:pt x="3427573" y="0"/>
                </a:lnTo>
                <a:lnTo>
                  <a:pt x="3427573" y="4994641"/>
                </a:lnTo>
                <a:lnTo>
                  <a:pt x="0" y="4994641"/>
                </a:lnTo>
                <a:lnTo>
                  <a:pt x="0" y="0"/>
                </a:lnTo>
                <a:close/>
              </a:path>
            </a:pathLst>
          </a:custGeom>
          <a:blipFill>
            <a:blip r:embed="rId4">
              <a:alphaModFix amt="38000"/>
            </a:blip>
            <a:stretch>
              <a:fillRect l="0" t="0" r="0" b="0"/>
            </a:stretch>
          </a:blipFill>
        </p:spPr>
      </p:sp>
      <p:sp>
        <p:nvSpPr>
          <p:cNvPr name="Freeform 13" id="13"/>
          <p:cNvSpPr/>
          <p:nvPr/>
        </p:nvSpPr>
        <p:spPr>
          <a:xfrm flipH="false" flipV="false" rot="0">
            <a:off x="16308899" y="8013710"/>
            <a:ext cx="3427572" cy="4994641"/>
          </a:xfrm>
          <a:custGeom>
            <a:avLst/>
            <a:gdLst/>
            <a:ahLst/>
            <a:cxnLst/>
            <a:rect r="r" b="b" t="t" l="l"/>
            <a:pathLst>
              <a:path h="4994641" w="3427572">
                <a:moveTo>
                  <a:pt x="0" y="0"/>
                </a:moveTo>
                <a:lnTo>
                  <a:pt x="3427573" y="0"/>
                </a:lnTo>
                <a:lnTo>
                  <a:pt x="3427573" y="4994641"/>
                </a:lnTo>
                <a:lnTo>
                  <a:pt x="0" y="4994641"/>
                </a:lnTo>
                <a:lnTo>
                  <a:pt x="0" y="0"/>
                </a:lnTo>
                <a:close/>
              </a:path>
            </a:pathLst>
          </a:custGeom>
          <a:blipFill>
            <a:blip r:embed="rId4">
              <a:alphaModFix amt="38000"/>
            </a:blip>
            <a:stretch>
              <a:fillRect l="0" t="0" r="0" b="0"/>
            </a:stretch>
          </a:blipFill>
        </p:spPr>
      </p:sp>
      <p:sp>
        <p:nvSpPr>
          <p:cNvPr name="Freeform 14" id="14"/>
          <p:cNvSpPr/>
          <p:nvPr/>
        </p:nvSpPr>
        <p:spPr>
          <a:xfrm flipH="false" flipV="false" rot="0">
            <a:off x="1598804" y="1658423"/>
            <a:ext cx="11215360" cy="1653325"/>
          </a:xfrm>
          <a:custGeom>
            <a:avLst/>
            <a:gdLst/>
            <a:ahLst/>
            <a:cxnLst/>
            <a:rect r="r" b="b" t="t" l="l"/>
            <a:pathLst>
              <a:path h="1653325" w="11215360">
                <a:moveTo>
                  <a:pt x="0" y="0"/>
                </a:moveTo>
                <a:lnTo>
                  <a:pt x="11215360" y="0"/>
                </a:lnTo>
                <a:lnTo>
                  <a:pt x="11215360" y="1653324"/>
                </a:lnTo>
                <a:lnTo>
                  <a:pt x="0" y="1653324"/>
                </a:lnTo>
                <a:lnTo>
                  <a:pt x="0" y="0"/>
                </a:lnTo>
                <a:close/>
              </a:path>
            </a:pathLst>
          </a:custGeom>
          <a:blipFill>
            <a:blip r:embed="rId5"/>
            <a:stretch>
              <a:fillRect l="0" t="-3551" r="0" b="0"/>
            </a:stretch>
          </a:blipFill>
        </p:spPr>
      </p:sp>
      <p:sp>
        <p:nvSpPr>
          <p:cNvPr name="Freeform 15" id="15"/>
          <p:cNvSpPr/>
          <p:nvPr/>
        </p:nvSpPr>
        <p:spPr>
          <a:xfrm flipH="false" flipV="false" rot="0">
            <a:off x="1713786" y="5143500"/>
            <a:ext cx="10296319" cy="3478486"/>
          </a:xfrm>
          <a:custGeom>
            <a:avLst/>
            <a:gdLst/>
            <a:ahLst/>
            <a:cxnLst/>
            <a:rect r="r" b="b" t="t" l="l"/>
            <a:pathLst>
              <a:path h="3478486" w="10296319">
                <a:moveTo>
                  <a:pt x="0" y="0"/>
                </a:moveTo>
                <a:lnTo>
                  <a:pt x="10296319" y="0"/>
                </a:lnTo>
                <a:lnTo>
                  <a:pt x="10296319" y="3478486"/>
                </a:lnTo>
                <a:lnTo>
                  <a:pt x="0" y="3478486"/>
                </a:lnTo>
                <a:lnTo>
                  <a:pt x="0" y="0"/>
                </a:lnTo>
                <a:close/>
              </a:path>
            </a:pathLst>
          </a:custGeom>
          <a:blipFill>
            <a:blip r:embed="rId6"/>
            <a:stretch>
              <a:fillRect l="0" t="0" r="0" b="0"/>
            </a:stretch>
          </a:blipFill>
        </p:spPr>
      </p:sp>
      <p:sp>
        <p:nvSpPr>
          <p:cNvPr name="TextBox 16" id="16"/>
          <p:cNvSpPr txBox="true"/>
          <p:nvPr/>
        </p:nvSpPr>
        <p:spPr>
          <a:xfrm rot="0">
            <a:off x="1399888" y="482357"/>
            <a:ext cx="1953015" cy="580390"/>
          </a:xfrm>
          <a:prstGeom prst="rect">
            <a:avLst/>
          </a:prstGeom>
        </p:spPr>
        <p:txBody>
          <a:bodyPr anchor="t" rtlCol="false" tIns="0" lIns="0" bIns="0" rIns="0">
            <a:spAutoFit/>
          </a:bodyPr>
          <a:lstStyle/>
          <a:p>
            <a:pPr algn="ctr">
              <a:lnSpc>
                <a:spcPts val="4759"/>
              </a:lnSpc>
            </a:pPr>
            <a:r>
              <a:rPr lang="en-US" sz="3399">
                <a:solidFill>
                  <a:srgbClr val="000000"/>
                </a:solidFill>
                <a:latin typeface="Canva Sans"/>
                <a:ea typeface="Canva Sans"/>
                <a:cs typeface="Canva Sans"/>
                <a:sym typeface="Canva Sans"/>
              </a:rPr>
              <a:t>CO-5:</a:t>
            </a:r>
          </a:p>
        </p:txBody>
      </p:sp>
      <p:sp>
        <p:nvSpPr>
          <p:cNvPr name="TextBox 17" id="17"/>
          <p:cNvSpPr txBox="true"/>
          <p:nvPr/>
        </p:nvSpPr>
        <p:spPr>
          <a:xfrm rot="0">
            <a:off x="1796025" y="4102322"/>
            <a:ext cx="1179790" cy="580390"/>
          </a:xfrm>
          <a:prstGeom prst="rect">
            <a:avLst/>
          </a:prstGeom>
        </p:spPr>
        <p:txBody>
          <a:bodyPr anchor="t" rtlCol="false" tIns="0" lIns="0" bIns="0" rIns="0">
            <a:spAutoFit/>
          </a:bodyPr>
          <a:lstStyle/>
          <a:p>
            <a:pPr algn="ctr">
              <a:lnSpc>
                <a:spcPts val="4759"/>
              </a:lnSpc>
            </a:pPr>
            <a:r>
              <a:rPr lang="en-US" sz="3399">
                <a:solidFill>
                  <a:srgbClr val="000000"/>
                </a:solidFill>
                <a:latin typeface="Canva Sans"/>
                <a:ea typeface="Canva Sans"/>
                <a:cs typeface="Canva Sans"/>
                <a:sym typeface="Canva Sans"/>
              </a:rPr>
              <a:t>CO-4:</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FFFD">
                <a:alpha val="100000"/>
              </a:srgbClr>
            </a:gs>
            <a:gs pos="100000">
              <a:srgbClr val="FCFFDA">
                <a:alpha val="100000"/>
              </a:srgbClr>
            </a:gs>
          </a:gsLst>
          <a:lin ang="5400000"/>
        </a:gradFill>
      </p:bgPr>
    </p:bg>
    <p:spTree>
      <p:nvGrpSpPr>
        <p:cNvPr id="1" name=""/>
        <p:cNvGrpSpPr/>
        <p:nvPr/>
      </p:nvGrpSpPr>
      <p:grpSpPr>
        <a:xfrm>
          <a:off x="0" y="0"/>
          <a:ext cx="0" cy="0"/>
          <a:chOff x="0" y="0"/>
          <a:chExt cx="0" cy="0"/>
        </a:xfrm>
      </p:grpSpPr>
      <p:sp>
        <p:nvSpPr>
          <p:cNvPr name="Freeform 2" id="2"/>
          <p:cNvSpPr/>
          <p:nvPr/>
        </p:nvSpPr>
        <p:spPr>
          <a:xfrm flipH="false" flipV="false" rot="0">
            <a:off x="569366" y="-805890"/>
            <a:ext cx="3633110" cy="1611780"/>
          </a:xfrm>
          <a:custGeom>
            <a:avLst/>
            <a:gdLst/>
            <a:ahLst/>
            <a:cxnLst/>
            <a:rect r="r" b="b" t="t" l="l"/>
            <a:pathLst>
              <a:path h="1611780" w="3633110">
                <a:moveTo>
                  <a:pt x="0" y="0"/>
                </a:moveTo>
                <a:lnTo>
                  <a:pt x="3633110" y="0"/>
                </a:lnTo>
                <a:lnTo>
                  <a:pt x="3633110" y="1611780"/>
                </a:lnTo>
                <a:lnTo>
                  <a:pt x="0" y="161178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4267351" y="5143500"/>
            <a:ext cx="5296051" cy="2349521"/>
          </a:xfrm>
          <a:custGeom>
            <a:avLst/>
            <a:gdLst/>
            <a:ahLst/>
            <a:cxnLst/>
            <a:rect r="r" b="b" t="t" l="l"/>
            <a:pathLst>
              <a:path h="2349521" w="5296051">
                <a:moveTo>
                  <a:pt x="0" y="0"/>
                </a:moveTo>
                <a:lnTo>
                  <a:pt x="5296051" y="0"/>
                </a:lnTo>
                <a:lnTo>
                  <a:pt x="5296051" y="2349521"/>
                </a:lnTo>
                <a:lnTo>
                  <a:pt x="0" y="23495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2900531" y="1412781"/>
            <a:ext cx="3760875" cy="1668461"/>
          </a:xfrm>
          <a:custGeom>
            <a:avLst/>
            <a:gdLst/>
            <a:ahLst/>
            <a:cxnLst/>
            <a:rect r="r" b="b" t="t" l="l"/>
            <a:pathLst>
              <a:path h="1668461" w="3760875">
                <a:moveTo>
                  <a:pt x="0" y="0"/>
                </a:moveTo>
                <a:lnTo>
                  <a:pt x="3760875" y="0"/>
                </a:lnTo>
                <a:lnTo>
                  <a:pt x="3760875" y="1668462"/>
                </a:lnTo>
                <a:lnTo>
                  <a:pt x="0" y="166846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6077424" y="222810"/>
            <a:ext cx="3633110" cy="1611780"/>
          </a:xfrm>
          <a:custGeom>
            <a:avLst/>
            <a:gdLst/>
            <a:ahLst/>
            <a:cxnLst/>
            <a:rect r="r" b="b" t="t" l="l"/>
            <a:pathLst>
              <a:path h="1611780" w="3633110">
                <a:moveTo>
                  <a:pt x="0" y="0"/>
                </a:moveTo>
                <a:lnTo>
                  <a:pt x="3633110" y="0"/>
                </a:lnTo>
                <a:lnTo>
                  <a:pt x="3633110" y="1611780"/>
                </a:lnTo>
                <a:lnTo>
                  <a:pt x="0" y="161178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6864005" y="5068724"/>
            <a:ext cx="5296051" cy="2349521"/>
          </a:xfrm>
          <a:custGeom>
            <a:avLst/>
            <a:gdLst/>
            <a:ahLst/>
            <a:cxnLst/>
            <a:rect r="r" b="b" t="t" l="l"/>
            <a:pathLst>
              <a:path h="2349521" w="5296051">
                <a:moveTo>
                  <a:pt x="0" y="0"/>
                </a:moveTo>
                <a:lnTo>
                  <a:pt x="5296051" y="0"/>
                </a:lnTo>
                <a:lnTo>
                  <a:pt x="5296051" y="2349521"/>
                </a:lnTo>
                <a:lnTo>
                  <a:pt x="0" y="23495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0" y="8013710"/>
            <a:ext cx="3427572" cy="4994641"/>
          </a:xfrm>
          <a:custGeom>
            <a:avLst/>
            <a:gdLst/>
            <a:ahLst/>
            <a:cxnLst/>
            <a:rect r="r" b="b" t="t" l="l"/>
            <a:pathLst>
              <a:path h="4994641" w="3427572">
                <a:moveTo>
                  <a:pt x="0" y="0"/>
                </a:moveTo>
                <a:lnTo>
                  <a:pt x="3427572" y="0"/>
                </a:lnTo>
                <a:lnTo>
                  <a:pt x="3427572" y="4994641"/>
                </a:lnTo>
                <a:lnTo>
                  <a:pt x="0" y="4994641"/>
                </a:lnTo>
                <a:lnTo>
                  <a:pt x="0" y="0"/>
                </a:lnTo>
                <a:close/>
              </a:path>
            </a:pathLst>
          </a:custGeom>
          <a:blipFill>
            <a:blip r:embed="rId4">
              <a:alphaModFix amt="38000"/>
            </a:blip>
            <a:stretch>
              <a:fillRect l="0" t="0" r="0" b="0"/>
            </a:stretch>
          </a:blipFill>
        </p:spPr>
      </p:sp>
      <p:sp>
        <p:nvSpPr>
          <p:cNvPr name="Freeform 8" id="8"/>
          <p:cNvSpPr/>
          <p:nvPr/>
        </p:nvSpPr>
        <p:spPr>
          <a:xfrm flipH="false" flipV="false" rot="0">
            <a:off x="2385921" y="8401218"/>
            <a:ext cx="3427572" cy="4994641"/>
          </a:xfrm>
          <a:custGeom>
            <a:avLst/>
            <a:gdLst/>
            <a:ahLst/>
            <a:cxnLst/>
            <a:rect r="r" b="b" t="t" l="l"/>
            <a:pathLst>
              <a:path h="4994641" w="3427572">
                <a:moveTo>
                  <a:pt x="0" y="0"/>
                </a:moveTo>
                <a:lnTo>
                  <a:pt x="3427572" y="0"/>
                </a:lnTo>
                <a:lnTo>
                  <a:pt x="3427572" y="4994641"/>
                </a:lnTo>
                <a:lnTo>
                  <a:pt x="0" y="4994641"/>
                </a:lnTo>
                <a:lnTo>
                  <a:pt x="0" y="0"/>
                </a:lnTo>
                <a:close/>
              </a:path>
            </a:pathLst>
          </a:custGeom>
          <a:blipFill>
            <a:blip r:embed="rId4">
              <a:alphaModFix amt="38000"/>
            </a:blip>
            <a:stretch>
              <a:fillRect l="0" t="0" r="0" b="0"/>
            </a:stretch>
          </a:blipFill>
        </p:spPr>
      </p:sp>
      <p:sp>
        <p:nvSpPr>
          <p:cNvPr name="Freeform 9" id="9"/>
          <p:cNvSpPr/>
          <p:nvPr/>
        </p:nvSpPr>
        <p:spPr>
          <a:xfrm flipH="false" flipV="false" rot="0">
            <a:off x="5492698" y="8013710"/>
            <a:ext cx="3427572" cy="4994641"/>
          </a:xfrm>
          <a:custGeom>
            <a:avLst/>
            <a:gdLst/>
            <a:ahLst/>
            <a:cxnLst/>
            <a:rect r="r" b="b" t="t" l="l"/>
            <a:pathLst>
              <a:path h="4994641" w="3427572">
                <a:moveTo>
                  <a:pt x="0" y="0"/>
                </a:moveTo>
                <a:lnTo>
                  <a:pt x="3427572" y="0"/>
                </a:lnTo>
                <a:lnTo>
                  <a:pt x="3427572" y="4994641"/>
                </a:lnTo>
                <a:lnTo>
                  <a:pt x="0" y="4994641"/>
                </a:lnTo>
                <a:lnTo>
                  <a:pt x="0" y="0"/>
                </a:lnTo>
                <a:close/>
              </a:path>
            </a:pathLst>
          </a:custGeom>
          <a:blipFill>
            <a:blip r:embed="rId4">
              <a:alphaModFix amt="38000"/>
            </a:blip>
            <a:stretch>
              <a:fillRect l="0" t="0" r="0" b="0"/>
            </a:stretch>
          </a:blipFill>
        </p:spPr>
      </p:sp>
      <p:sp>
        <p:nvSpPr>
          <p:cNvPr name="Freeform 10" id="10"/>
          <p:cNvSpPr/>
          <p:nvPr/>
        </p:nvSpPr>
        <p:spPr>
          <a:xfrm flipH="false" flipV="false" rot="0">
            <a:off x="7878618" y="8401218"/>
            <a:ext cx="3427572" cy="4994641"/>
          </a:xfrm>
          <a:custGeom>
            <a:avLst/>
            <a:gdLst/>
            <a:ahLst/>
            <a:cxnLst/>
            <a:rect r="r" b="b" t="t" l="l"/>
            <a:pathLst>
              <a:path h="4994641" w="3427572">
                <a:moveTo>
                  <a:pt x="0" y="0"/>
                </a:moveTo>
                <a:lnTo>
                  <a:pt x="3427573" y="0"/>
                </a:lnTo>
                <a:lnTo>
                  <a:pt x="3427573" y="4994641"/>
                </a:lnTo>
                <a:lnTo>
                  <a:pt x="0" y="4994641"/>
                </a:lnTo>
                <a:lnTo>
                  <a:pt x="0" y="0"/>
                </a:lnTo>
                <a:close/>
              </a:path>
            </a:pathLst>
          </a:custGeom>
          <a:blipFill>
            <a:blip r:embed="rId4">
              <a:alphaModFix amt="38000"/>
            </a:blip>
            <a:stretch>
              <a:fillRect l="0" t="0" r="0" b="0"/>
            </a:stretch>
          </a:blipFill>
        </p:spPr>
      </p:sp>
      <p:sp>
        <p:nvSpPr>
          <p:cNvPr name="Freeform 11" id="11"/>
          <p:cNvSpPr/>
          <p:nvPr/>
        </p:nvSpPr>
        <p:spPr>
          <a:xfrm flipH="false" flipV="false" rot="0">
            <a:off x="10816202" y="8013710"/>
            <a:ext cx="3427572" cy="4994641"/>
          </a:xfrm>
          <a:custGeom>
            <a:avLst/>
            <a:gdLst/>
            <a:ahLst/>
            <a:cxnLst/>
            <a:rect r="r" b="b" t="t" l="l"/>
            <a:pathLst>
              <a:path h="4994641" w="3427572">
                <a:moveTo>
                  <a:pt x="0" y="0"/>
                </a:moveTo>
                <a:lnTo>
                  <a:pt x="3427572" y="0"/>
                </a:lnTo>
                <a:lnTo>
                  <a:pt x="3427572" y="4994641"/>
                </a:lnTo>
                <a:lnTo>
                  <a:pt x="0" y="4994641"/>
                </a:lnTo>
                <a:lnTo>
                  <a:pt x="0" y="0"/>
                </a:lnTo>
                <a:close/>
              </a:path>
            </a:pathLst>
          </a:custGeom>
          <a:blipFill>
            <a:blip r:embed="rId4">
              <a:alphaModFix amt="38000"/>
            </a:blip>
            <a:stretch>
              <a:fillRect l="0" t="0" r="0" b="0"/>
            </a:stretch>
          </a:blipFill>
        </p:spPr>
      </p:sp>
      <p:sp>
        <p:nvSpPr>
          <p:cNvPr name="Freeform 12" id="12"/>
          <p:cNvSpPr/>
          <p:nvPr/>
        </p:nvSpPr>
        <p:spPr>
          <a:xfrm flipH="false" flipV="false" rot="0">
            <a:off x="13202122" y="8401218"/>
            <a:ext cx="3427572" cy="4994641"/>
          </a:xfrm>
          <a:custGeom>
            <a:avLst/>
            <a:gdLst/>
            <a:ahLst/>
            <a:cxnLst/>
            <a:rect r="r" b="b" t="t" l="l"/>
            <a:pathLst>
              <a:path h="4994641" w="3427572">
                <a:moveTo>
                  <a:pt x="0" y="0"/>
                </a:moveTo>
                <a:lnTo>
                  <a:pt x="3427573" y="0"/>
                </a:lnTo>
                <a:lnTo>
                  <a:pt x="3427573" y="4994641"/>
                </a:lnTo>
                <a:lnTo>
                  <a:pt x="0" y="4994641"/>
                </a:lnTo>
                <a:lnTo>
                  <a:pt x="0" y="0"/>
                </a:lnTo>
                <a:close/>
              </a:path>
            </a:pathLst>
          </a:custGeom>
          <a:blipFill>
            <a:blip r:embed="rId4">
              <a:alphaModFix amt="38000"/>
            </a:blip>
            <a:stretch>
              <a:fillRect l="0" t="0" r="0" b="0"/>
            </a:stretch>
          </a:blipFill>
        </p:spPr>
      </p:sp>
      <p:sp>
        <p:nvSpPr>
          <p:cNvPr name="Freeform 13" id="13"/>
          <p:cNvSpPr/>
          <p:nvPr/>
        </p:nvSpPr>
        <p:spPr>
          <a:xfrm flipH="false" flipV="false" rot="0">
            <a:off x="16308899" y="8013710"/>
            <a:ext cx="3427572" cy="4994641"/>
          </a:xfrm>
          <a:custGeom>
            <a:avLst/>
            <a:gdLst/>
            <a:ahLst/>
            <a:cxnLst/>
            <a:rect r="r" b="b" t="t" l="l"/>
            <a:pathLst>
              <a:path h="4994641" w="3427572">
                <a:moveTo>
                  <a:pt x="0" y="0"/>
                </a:moveTo>
                <a:lnTo>
                  <a:pt x="3427573" y="0"/>
                </a:lnTo>
                <a:lnTo>
                  <a:pt x="3427573" y="4994641"/>
                </a:lnTo>
                <a:lnTo>
                  <a:pt x="0" y="4994641"/>
                </a:lnTo>
                <a:lnTo>
                  <a:pt x="0" y="0"/>
                </a:lnTo>
                <a:close/>
              </a:path>
            </a:pathLst>
          </a:custGeom>
          <a:blipFill>
            <a:blip r:embed="rId4">
              <a:alphaModFix amt="38000"/>
            </a:blip>
            <a:stretch>
              <a:fillRect l="0" t="0" r="0" b="0"/>
            </a:stretch>
          </a:blipFill>
        </p:spPr>
      </p:sp>
      <p:sp>
        <p:nvSpPr>
          <p:cNvPr name="Freeform 14" id="14"/>
          <p:cNvSpPr/>
          <p:nvPr/>
        </p:nvSpPr>
        <p:spPr>
          <a:xfrm flipH="false" flipV="false" rot="0">
            <a:off x="2350925" y="1834590"/>
            <a:ext cx="13726499" cy="7008480"/>
          </a:xfrm>
          <a:custGeom>
            <a:avLst/>
            <a:gdLst/>
            <a:ahLst/>
            <a:cxnLst/>
            <a:rect r="r" b="b" t="t" l="l"/>
            <a:pathLst>
              <a:path h="7008480" w="13726499">
                <a:moveTo>
                  <a:pt x="0" y="0"/>
                </a:moveTo>
                <a:lnTo>
                  <a:pt x="13726499" y="0"/>
                </a:lnTo>
                <a:lnTo>
                  <a:pt x="13726499" y="7008480"/>
                </a:lnTo>
                <a:lnTo>
                  <a:pt x="0" y="7008480"/>
                </a:lnTo>
                <a:lnTo>
                  <a:pt x="0" y="0"/>
                </a:lnTo>
                <a:close/>
              </a:path>
            </a:pathLst>
          </a:custGeom>
          <a:blipFill>
            <a:blip r:embed="rId5"/>
            <a:stretch>
              <a:fillRect l="0" t="-677" r="0" b="-677"/>
            </a:stretch>
          </a:blipFill>
        </p:spPr>
      </p:sp>
      <p:sp>
        <p:nvSpPr>
          <p:cNvPr name="TextBox 15" id="15"/>
          <p:cNvSpPr txBox="true"/>
          <p:nvPr/>
        </p:nvSpPr>
        <p:spPr>
          <a:xfrm rot="0">
            <a:off x="558669" y="314717"/>
            <a:ext cx="7082076" cy="887095"/>
          </a:xfrm>
          <a:prstGeom prst="rect">
            <a:avLst/>
          </a:prstGeom>
        </p:spPr>
        <p:txBody>
          <a:bodyPr anchor="t" rtlCol="false" tIns="0" lIns="0" bIns="0" rIns="0">
            <a:spAutoFit/>
          </a:bodyPr>
          <a:lstStyle/>
          <a:p>
            <a:pPr algn="ctr">
              <a:lnSpc>
                <a:spcPts val="7279"/>
              </a:lnSpc>
            </a:pPr>
            <a:r>
              <a:rPr lang="en-US" sz="5199" b="true">
                <a:solidFill>
                  <a:srgbClr val="000000"/>
                </a:solidFill>
                <a:latin typeface="Canva Sans Bold"/>
                <a:ea typeface="Canva Sans Bold"/>
                <a:cs typeface="Canva Sans Bold"/>
                <a:sym typeface="Canva Sans Bold"/>
              </a:rPr>
              <a:t>CODE SCREENSHOTS:</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FFFD">
                <a:alpha val="100000"/>
              </a:srgbClr>
            </a:gs>
            <a:gs pos="100000">
              <a:srgbClr val="FCFFDA">
                <a:alpha val="100000"/>
              </a:srgbClr>
            </a:gs>
          </a:gsLst>
          <a:lin ang="5400000"/>
        </a:gradFill>
      </p:bgPr>
    </p:bg>
    <p:spTree>
      <p:nvGrpSpPr>
        <p:cNvPr id="1" name=""/>
        <p:cNvGrpSpPr/>
        <p:nvPr/>
      </p:nvGrpSpPr>
      <p:grpSpPr>
        <a:xfrm>
          <a:off x="0" y="0"/>
          <a:ext cx="0" cy="0"/>
          <a:chOff x="0" y="0"/>
          <a:chExt cx="0" cy="0"/>
        </a:xfrm>
      </p:grpSpPr>
      <p:sp>
        <p:nvSpPr>
          <p:cNvPr name="Freeform 2" id="2"/>
          <p:cNvSpPr/>
          <p:nvPr/>
        </p:nvSpPr>
        <p:spPr>
          <a:xfrm flipH="false" flipV="false" rot="0">
            <a:off x="173419" y="6609249"/>
            <a:ext cx="3427572" cy="4994641"/>
          </a:xfrm>
          <a:custGeom>
            <a:avLst/>
            <a:gdLst/>
            <a:ahLst/>
            <a:cxnLst/>
            <a:rect r="r" b="b" t="t" l="l"/>
            <a:pathLst>
              <a:path h="4994641" w="3427572">
                <a:moveTo>
                  <a:pt x="0" y="0"/>
                </a:moveTo>
                <a:lnTo>
                  <a:pt x="3427572" y="0"/>
                </a:lnTo>
                <a:lnTo>
                  <a:pt x="3427572" y="4994641"/>
                </a:lnTo>
                <a:lnTo>
                  <a:pt x="0" y="4994641"/>
                </a:lnTo>
                <a:lnTo>
                  <a:pt x="0" y="0"/>
                </a:lnTo>
                <a:close/>
              </a:path>
            </a:pathLst>
          </a:custGeom>
          <a:blipFill>
            <a:blip r:embed="rId2"/>
            <a:stretch>
              <a:fillRect l="0" t="0" r="0" b="0"/>
            </a:stretch>
          </a:blipFill>
        </p:spPr>
      </p:sp>
      <p:sp>
        <p:nvSpPr>
          <p:cNvPr name="Freeform 3" id="3"/>
          <p:cNvSpPr/>
          <p:nvPr/>
        </p:nvSpPr>
        <p:spPr>
          <a:xfrm flipH="false" flipV="false" rot="0">
            <a:off x="2559340" y="6996757"/>
            <a:ext cx="3427572" cy="4994641"/>
          </a:xfrm>
          <a:custGeom>
            <a:avLst/>
            <a:gdLst/>
            <a:ahLst/>
            <a:cxnLst/>
            <a:rect r="r" b="b" t="t" l="l"/>
            <a:pathLst>
              <a:path h="4994641" w="3427572">
                <a:moveTo>
                  <a:pt x="0" y="0"/>
                </a:moveTo>
                <a:lnTo>
                  <a:pt x="3427572" y="0"/>
                </a:lnTo>
                <a:lnTo>
                  <a:pt x="3427572" y="4994641"/>
                </a:lnTo>
                <a:lnTo>
                  <a:pt x="0" y="4994641"/>
                </a:lnTo>
                <a:lnTo>
                  <a:pt x="0" y="0"/>
                </a:lnTo>
                <a:close/>
              </a:path>
            </a:pathLst>
          </a:custGeom>
          <a:blipFill>
            <a:blip r:embed="rId2"/>
            <a:stretch>
              <a:fillRect l="0" t="0" r="0" b="0"/>
            </a:stretch>
          </a:blipFill>
        </p:spPr>
      </p:sp>
      <p:sp>
        <p:nvSpPr>
          <p:cNvPr name="Freeform 4" id="4"/>
          <p:cNvSpPr/>
          <p:nvPr/>
        </p:nvSpPr>
        <p:spPr>
          <a:xfrm flipH="false" flipV="false" rot="0">
            <a:off x="5666117" y="6609249"/>
            <a:ext cx="3427572" cy="4994641"/>
          </a:xfrm>
          <a:custGeom>
            <a:avLst/>
            <a:gdLst/>
            <a:ahLst/>
            <a:cxnLst/>
            <a:rect r="r" b="b" t="t" l="l"/>
            <a:pathLst>
              <a:path h="4994641" w="3427572">
                <a:moveTo>
                  <a:pt x="0" y="0"/>
                </a:moveTo>
                <a:lnTo>
                  <a:pt x="3427572" y="0"/>
                </a:lnTo>
                <a:lnTo>
                  <a:pt x="3427572" y="4994641"/>
                </a:lnTo>
                <a:lnTo>
                  <a:pt x="0" y="4994641"/>
                </a:lnTo>
                <a:lnTo>
                  <a:pt x="0" y="0"/>
                </a:lnTo>
                <a:close/>
              </a:path>
            </a:pathLst>
          </a:custGeom>
          <a:blipFill>
            <a:blip r:embed="rId2"/>
            <a:stretch>
              <a:fillRect l="0" t="0" r="0" b="0"/>
            </a:stretch>
          </a:blipFill>
        </p:spPr>
      </p:sp>
      <p:sp>
        <p:nvSpPr>
          <p:cNvPr name="Freeform 5" id="5"/>
          <p:cNvSpPr/>
          <p:nvPr/>
        </p:nvSpPr>
        <p:spPr>
          <a:xfrm flipH="false" flipV="false" rot="0">
            <a:off x="8052037" y="6996757"/>
            <a:ext cx="3427572" cy="4994641"/>
          </a:xfrm>
          <a:custGeom>
            <a:avLst/>
            <a:gdLst/>
            <a:ahLst/>
            <a:cxnLst/>
            <a:rect r="r" b="b" t="t" l="l"/>
            <a:pathLst>
              <a:path h="4994641" w="3427572">
                <a:moveTo>
                  <a:pt x="0" y="0"/>
                </a:moveTo>
                <a:lnTo>
                  <a:pt x="3427573" y="0"/>
                </a:lnTo>
                <a:lnTo>
                  <a:pt x="3427573" y="4994641"/>
                </a:lnTo>
                <a:lnTo>
                  <a:pt x="0" y="4994641"/>
                </a:lnTo>
                <a:lnTo>
                  <a:pt x="0" y="0"/>
                </a:lnTo>
                <a:close/>
              </a:path>
            </a:pathLst>
          </a:custGeom>
          <a:blipFill>
            <a:blip r:embed="rId2"/>
            <a:stretch>
              <a:fillRect l="0" t="0" r="0" b="0"/>
            </a:stretch>
          </a:blipFill>
        </p:spPr>
      </p:sp>
      <p:sp>
        <p:nvSpPr>
          <p:cNvPr name="Freeform 6" id="6"/>
          <p:cNvSpPr/>
          <p:nvPr/>
        </p:nvSpPr>
        <p:spPr>
          <a:xfrm flipH="false" flipV="false" rot="0">
            <a:off x="10989621" y="6609249"/>
            <a:ext cx="3427572" cy="4994641"/>
          </a:xfrm>
          <a:custGeom>
            <a:avLst/>
            <a:gdLst/>
            <a:ahLst/>
            <a:cxnLst/>
            <a:rect r="r" b="b" t="t" l="l"/>
            <a:pathLst>
              <a:path h="4994641" w="3427572">
                <a:moveTo>
                  <a:pt x="0" y="0"/>
                </a:moveTo>
                <a:lnTo>
                  <a:pt x="3427572" y="0"/>
                </a:lnTo>
                <a:lnTo>
                  <a:pt x="3427572" y="4994641"/>
                </a:lnTo>
                <a:lnTo>
                  <a:pt x="0" y="4994641"/>
                </a:lnTo>
                <a:lnTo>
                  <a:pt x="0" y="0"/>
                </a:lnTo>
                <a:close/>
              </a:path>
            </a:pathLst>
          </a:custGeom>
          <a:blipFill>
            <a:blip r:embed="rId2"/>
            <a:stretch>
              <a:fillRect l="0" t="0" r="0" b="0"/>
            </a:stretch>
          </a:blipFill>
        </p:spPr>
      </p:sp>
      <p:sp>
        <p:nvSpPr>
          <p:cNvPr name="Freeform 7" id="7"/>
          <p:cNvSpPr/>
          <p:nvPr/>
        </p:nvSpPr>
        <p:spPr>
          <a:xfrm flipH="false" flipV="false" rot="0">
            <a:off x="13375541" y="6996757"/>
            <a:ext cx="3427572" cy="4994641"/>
          </a:xfrm>
          <a:custGeom>
            <a:avLst/>
            <a:gdLst/>
            <a:ahLst/>
            <a:cxnLst/>
            <a:rect r="r" b="b" t="t" l="l"/>
            <a:pathLst>
              <a:path h="4994641" w="3427572">
                <a:moveTo>
                  <a:pt x="0" y="0"/>
                </a:moveTo>
                <a:lnTo>
                  <a:pt x="3427573" y="0"/>
                </a:lnTo>
                <a:lnTo>
                  <a:pt x="3427573" y="4994641"/>
                </a:lnTo>
                <a:lnTo>
                  <a:pt x="0" y="4994641"/>
                </a:lnTo>
                <a:lnTo>
                  <a:pt x="0" y="0"/>
                </a:lnTo>
                <a:close/>
              </a:path>
            </a:pathLst>
          </a:custGeom>
          <a:blipFill>
            <a:blip r:embed="rId2"/>
            <a:stretch>
              <a:fillRect l="0" t="0" r="0" b="0"/>
            </a:stretch>
          </a:blipFill>
        </p:spPr>
      </p:sp>
      <p:sp>
        <p:nvSpPr>
          <p:cNvPr name="Freeform 8" id="8"/>
          <p:cNvSpPr/>
          <p:nvPr/>
        </p:nvSpPr>
        <p:spPr>
          <a:xfrm flipH="false" flipV="false" rot="0">
            <a:off x="16482318" y="6609249"/>
            <a:ext cx="3427572" cy="4994641"/>
          </a:xfrm>
          <a:custGeom>
            <a:avLst/>
            <a:gdLst/>
            <a:ahLst/>
            <a:cxnLst/>
            <a:rect r="r" b="b" t="t" l="l"/>
            <a:pathLst>
              <a:path h="4994641" w="3427572">
                <a:moveTo>
                  <a:pt x="0" y="0"/>
                </a:moveTo>
                <a:lnTo>
                  <a:pt x="3427573" y="0"/>
                </a:lnTo>
                <a:lnTo>
                  <a:pt x="3427573" y="4994641"/>
                </a:lnTo>
                <a:lnTo>
                  <a:pt x="0" y="4994641"/>
                </a:lnTo>
                <a:lnTo>
                  <a:pt x="0" y="0"/>
                </a:lnTo>
                <a:close/>
              </a:path>
            </a:pathLst>
          </a:custGeom>
          <a:blipFill>
            <a:blip r:embed="rId2"/>
            <a:stretch>
              <a:fillRect l="0" t="0" r="0" b="0"/>
            </a:stretch>
          </a:blipFill>
        </p:spPr>
      </p:sp>
      <p:sp>
        <p:nvSpPr>
          <p:cNvPr name="Freeform 9" id="9"/>
          <p:cNvSpPr/>
          <p:nvPr/>
        </p:nvSpPr>
        <p:spPr>
          <a:xfrm flipH="false" flipV="false" rot="0">
            <a:off x="-615371" y="8581868"/>
            <a:ext cx="2651878" cy="3273923"/>
          </a:xfrm>
          <a:custGeom>
            <a:avLst/>
            <a:gdLst/>
            <a:ahLst/>
            <a:cxnLst/>
            <a:rect r="r" b="b" t="t" l="l"/>
            <a:pathLst>
              <a:path h="3273923" w="2651878">
                <a:moveTo>
                  <a:pt x="0" y="0"/>
                </a:moveTo>
                <a:lnTo>
                  <a:pt x="2651878" y="0"/>
                </a:lnTo>
                <a:lnTo>
                  <a:pt x="2651878" y="3273923"/>
                </a:lnTo>
                <a:lnTo>
                  <a:pt x="0" y="3273923"/>
                </a:lnTo>
                <a:lnTo>
                  <a:pt x="0" y="0"/>
                </a:lnTo>
                <a:close/>
              </a:path>
            </a:pathLst>
          </a:custGeom>
          <a:blipFill>
            <a:blip r:embed="rId3"/>
            <a:stretch>
              <a:fillRect l="0" t="0" r="0" b="0"/>
            </a:stretch>
          </a:blipFill>
        </p:spPr>
      </p:sp>
      <p:sp>
        <p:nvSpPr>
          <p:cNvPr name="Freeform 10" id="10"/>
          <p:cNvSpPr/>
          <p:nvPr/>
        </p:nvSpPr>
        <p:spPr>
          <a:xfrm flipH="true" flipV="false" rot="0">
            <a:off x="16484118" y="8581868"/>
            <a:ext cx="2651878" cy="3273923"/>
          </a:xfrm>
          <a:custGeom>
            <a:avLst/>
            <a:gdLst/>
            <a:ahLst/>
            <a:cxnLst/>
            <a:rect r="r" b="b" t="t" l="l"/>
            <a:pathLst>
              <a:path h="3273923" w="2651878">
                <a:moveTo>
                  <a:pt x="2651878" y="0"/>
                </a:moveTo>
                <a:lnTo>
                  <a:pt x="0" y="0"/>
                </a:lnTo>
                <a:lnTo>
                  <a:pt x="0" y="3273923"/>
                </a:lnTo>
                <a:lnTo>
                  <a:pt x="2651878" y="3273923"/>
                </a:lnTo>
                <a:lnTo>
                  <a:pt x="2651878" y="0"/>
                </a:lnTo>
                <a:close/>
              </a:path>
            </a:pathLst>
          </a:custGeom>
          <a:blipFill>
            <a:blip r:embed="rId3"/>
            <a:stretch>
              <a:fillRect l="0" t="0" r="0" b="0"/>
            </a:stretch>
          </a:blipFill>
        </p:spPr>
      </p:sp>
      <p:sp>
        <p:nvSpPr>
          <p:cNvPr name="TextBox 11" id="11"/>
          <p:cNvSpPr txBox="true"/>
          <p:nvPr/>
        </p:nvSpPr>
        <p:spPr>
          <a:xfrm rot="0">
            <a:off x="1455927" y="2251106"/>
            <a:ext cx="15778300" cy="2892394"/>
          </a:xfrm>
          <a:prstGeom prst="rect">
            <a:avLst/>
          </a:prstGeom>
        </p:spPr>
        <p:txBody>
          <a:bodyPr anchor="t" rtlCol="false" tIns="0" lIns="0" bIns="0" rIns="0">
            <a:spAutoFit/>
          </a:bodyPr>
          <a:lstStyle/>
          <a:p>
            <a:pPr algn="ctr">
              <a:lnSpc>
                <a:spcPts val="23600"/>
              </a:lnSpc>
              <a:spcBef>
                <a:spcPct val="0"/>
              </a:spcBef>
            </a:pPr>
            <a:r>
              <a:rPr lang="en-US" sz="16857">
                <a:solidFill>
                  <a:srgbClr val="7D853C"/>
                </a:solidFill>
                <a:latin typeface="Anton"/>
                <a:ea typeface="Anton"/>
                <a:cs typeface="Anton"/>
                <a:sym typeface="Anton"/>
              </a:rPr>
              <a:t>THANK YOU!</a:t>
            </a:r>
          </a:p>
        </p:txBody>
      </p:sp>
      <p:sp>
        <p:nvSpPr>
          <p:cNvPr name="Freeform 12" id="12"/>
          <p:cNvSpPr/>
          <p:nvPr/>
        </p:nvSpPr>
        <p:spPr>
          <a:xfrm flipH="false" flipV="false" rot="0">
            <a:off x="569366" y="-805890"/>
            <a:ext cx="3633110" cy="1611780"/>
          </a:xfrm>
          <a:custGeom>
            <a:avLst/>
            <a:gdLst/>
            <a:ahLst/>
            <a:cxnLst/>
            <a:rect r="r" b="b" t="t" l="l"/>
            <a:pathLst>
              <a:path h="1611780" w="3633110">
                <a:moveTo>
                  <a:pt x="0" y="0"/>
                </a:moveTo>
                <a:lnTo>
                  <a:pt x="3633110" y="0"/>
                </a:lnTo>
                <a:lnTo>
                  <a:pt x="3633110" y="1611780"/>
                </a:lnTo>
                <a:lnTo>
                  <a:pt x="0" y="161178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3" id="13"/>
          <p:cNvSpPr/>
          <p:nvPr/>
        </p:nvSpPr>
        <p:spPr>
          <a:xfrm flipH="false" flipV="false" rot="0">
            <a:off x="-2648026" y="3526303"/>
            <a:ext cx="5296051" cy="2349521"/>
          </a:xfrm>
          <a:custGeom>
            <a:avLst/>
            <a:gdLst/>
            <a:ahLst/>
            <a:cxnLst/>
            <a:rect r="r" b="b" t="t" l="l"/>
            <a:pathLst>
              <a:path h="2349521" w="5296051">
                <a:moveTo>
                  <a:pt x="0" y="0"/>
                </a:moveTo>
                <a:lnTo>
                  <a:pt x="5296052" y="0"/>
                </a:lnTo>
                <a:lnTo>
                  <a:pt x="5296052" y="2349521"/>
                </a:lnTo>
                <a:lnTo>
                  <a:pt x="0" y="234952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4" id="14"/>
          <p:cNvSpPr/>
          <p:nvPr/>
        </p:nvSpPr>
        <p:spPr>
          <a:xfrm flipH="false" flipV="false" rot="0">
            <a:off x="15777901" y="-458084"/>
            <a:ext cx="5296051" cy="2349521"/>
          </a:xfrm>
          <a:custGeom>
            <a:avLst/>
            <a:gdLst/>
            <a:ahLst/>
            <a:cxnLst/>
            <a:rect r="r" b="b" t="t" l="l"/>
            <a:pathLst>
              <a:path h="2349521" w="5296051">
                <a:moveTo>
                  <a:pt x="0" y="0"/>
                </a:moveTo>
                <a:lnTo>
                  <a:pt x="5296052" y="0"/>
                </a:lnTo>
                <a:lnTo>
                  <a:pt x="5296052" y="2349521"/>
                </a:lnTo>
                <a:lnTo>
                  <a:pt x="0" y="234952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5" id="15"/>
          <p:cNvSpPr/>
          <p:nvPr/>
        </p:nvSpPr>
        <p:spPr>
          <a:xfrm flipH="false" flipV="false" rot="0">
            <a:off x="17492087" y="3240477"/>
            <a:ext cx="5296051" cy="2349521"/>
          </a:xfrm>
          <a:custGeom>
            <a:avLst/>
            <a:gdLst/>
            <a:ahLst/>
            <a:cxnLst/>
            <a:rect r="r" b="b" t="t" l="l"/>
            <a:pathLst>
              <a:path h="2349521" w="5296051">
                <a:moveTo>
                  <a:pt x="0" y="0"/>
                </a:moveTo>
                <a:lnTo>
                  <a:pt x="5296051" y="0"/>
                </a:lnTo>
                <a:lnTo>
                  <a:pt x="5296051" y="2349521"/>
                </a:lnTo>
                <a:lnTo>
                  <a:pt x="0" y="234952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6" id="16"/>
          <p:cNvSpPr/>
          <p:nvPr/>
        </p:nvSpPr>
        <p:spPr>
          <a:xfrm flipH="false" flipV="false" rot="0">
            <a:off x="-2900531" y="1412781"/>
            <a:ext cx="3760875" cy="1668461"/>
          </a:xfrm>
          <a:custGeom>
            <a:avLst/>
            <a:gdLst/>
            <a:ahLst/>
            <a:cxnLst/>
            <a:rect r="r" b="b" t="t" l="l"/>
            <a:pathLst>
              <a:path h="1668461" w="3760875">
                <a:moveTo>
                  <a:pt x="0" y="0"/>
                </a:moveTo>
                <a:lnTo>
                  <a:pt x="3760875" y="0"/>
                </a:lnTo>
                <a:lnTo>
                  <a:pt x="3760875" y="1668462"/>
                </a:lnTo>
                <a:lnTo>
                  <a:pt x="0" y="166846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7" id="17"/>
          <p:cNvSpPr/>
          <p:nvPr/>
        </p:nvSpPr>
        <p:spPr>
          <a:xfrm flipH="false" flipV="false" rot="0">
            <a:off x="7792893" y="1398607"/>
            <a:ext cx="466002" cy="492831"/>
          </a:xfrm>
          <a:custGeom>
            <a:avLst/>
            <a:gdLst/>
            <a:ahLst/>
            <a:cxnLst/>
            <a:rect r="r" b="b" t="t" l="l"/>
            <a:pathLst>
              <a:path h="492831" w="466002">
                <a:moveTo>
                  <a:pt x="0" y="0"/>
                </a:moveTo>
                <a:lnTo>
                  <a:pt x="466002" y="0"/>
                </a:lnTo>
                <a:lnTo>
                  <a:pt x="466002" y="492830"/>
                </a:lnTo>
                <a:lnTo>
                  <a:pt x="0" y="49283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8" id="18"/>
          <p:cNvSpPr txBox="true"/>
          <p:nvPr/>
        </p:nvSpPr>
        <p:spPr>
          <a:xfrm rot="0">
            <a:off x="8478318" y="1355287"/>
            <a:ext cx="2337883" cy="484220"/>
          </a:xfrm>
          <a:prstGeom prst="rect">
            <a:avLst/>
          </a:prstGeom>
        </p:spPr>
        <p:txBody>
          <a:bodyPr anchor="t" rtlCol="false" tIns="0" lIns="0" bIns="0" rIns="0">
            <a:spAutoFit/>
          </a:bodyPr>
          <a:lstStyle/>
          <a:p>
            <a:pPr algn="l">
              <a:lnSpc>
                <a:spcPts val="3760"/>
              </a:lnSpc>
              <a:spcBef>
                <a:spcPct val="0"/>
              </a:spcBef>
            </a:pPr>
            <a:r>
              <a:rPr lang="en-US" sz="2686">
                <a:solidFill>
                  <a:srgbClr val="7D853C"/>
                </a:solidFill>
                <a:latin typeface="Poppins"/>
                <a:ea typeface="Poppins"/>
                <a:cs typeface="Poppins"/>
                <a:sym typeface="Poppins"/>
              </a:rPr>
              <a:t>Liceria &amp; Co.</a:t>
            </a:r>
          </a:p>
        </p:txBody>
      </p:sp>
      <p:sp>
        <p:nvSpPr>
          <p:cNvPr name="TextBox 19" id="19"/>
          <p:cNvSpPr txBox="true"/>
          <p:nvPr/>
        </p:nvSpPr>
        <p:spPr>
          <a:xfrm rot="0">
            <a:off x="5056789" y="5358040"/>
            <a:ext cx="8318752" cy="960470"/>
          </a:xfrm>
          <a:prstGeom prst="rect">
            <a:avLst/>
          </a:prstGeom>
        </p:spPr>
        <p:txBody>
          <a:bodyPr anchor="t" rtlCol="false" tIns="0" lIns="0" bIns="0" rIns="0">
            <a:spAutoFit/>
          </a:bodyPr>
          <a:lstStyle/>
          <a:p>
            <a:pPr algn="ctr">
              <a:lnSpc>
                <a:spcPts val="3760"/>
              </a:lnSpc>
              <a:spcBef>
                <a:spcPct val="0"/>
              </a:spcBef>
            </a:pPr>
            <a:r>
              <a:rPr lang="en-US" sz="2686">
                <a:solidFill>
                  <a:srgbClr val="7D853C"/>
                </a:solidFill>
                <a:latin typeface="Poppins"/>
                <a:ea typeface="Poppins"/>
                <a:cs typeface="Poppins"/>
                <a:sym typeface="Poppins"/>
              </a:rPr>
              <a:t>We appreciate your time! Organic farming is a sustainable way to nourish the planet.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DAHDqHNV_TE</dc:identifier>
  <dcterms:modified xsi:type="dcterms:W3CDTF">2011-08-01T06:04:30Z</dcterms:modified>
  <cp:revision>1</cp:revision>
  <dc:title>Predictive Farming For Better Yields</dc:title>
</cp:coreProperties>
</file>